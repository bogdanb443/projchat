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5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1" r:id="rId9"/>
    <p:sldId id="264" r:id="rId10"/>
  </p:sldIdLst>
  <p:sldSz cx="9144000" cy="5143500" type="screen16x9"/>
  <p:notesSz cx="6858000" cy="9144000"/>
  <p:embeddedFontLst>
    <p:embeddedFont>
      <p:font typeface="Overpass" panose="020B0604020202020204" charset="-52"/>
      <p:regular r:id="rId12"/>
      <p:bold r:id="rId13"/>
      <p:italic r:id="rId14"/>
      <p:boldItalic r:id="rId15"/>
    </p:embeddedFont>
    <p:embeddedFont>
      <p:font typeface="Overpass Black" panose="020B0604020202020204" charset="-52"/>
      <p:bold r:id="rId16"/>
      <p:boldItalic r:id="rId17"/>
    </p:embeddedFont>
    <p:embeddedFont>
      <p:font typeface="Overpass ExtraBold" panose="020B0604020202020204" charset="-52"/>
      <p:bold r:id="rId18"/>
      <p:boldItalic r:id="rId19"/>
    </p:embeddedFont>
    <p:embeddedFont>
      <p:font typeface="Overpass SemiBold" panose="020B0604020202020204" charset="-52"/>
      <p:regular r:id="rId20"/>
      <p:bold r:id="rId21"/>
      <p:italic r:id="rId22"/>
      <p:boldItalic r:id="rId23"/>
    </p:embeddedFont>
    <p:embeddedFont>
      <p:font typeface="Roboto" panose="020B0604020202020204" charset="0"/>
      <p:regular r:id="rId24"/>
      <p:bold r:id="rId25"/>
      <p:italic r:id="rId26"/>
      <p:boldItalic r:id="rId27"/>
    </p:embeddedFont>
    <p:embeddedFont>
      <p:font typeface="Source Sans Pro" panose="020B0503030403020204" pitchFamily="3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8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8c7ef38d1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8c7ef38d1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4ba777ed2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4ba777ed2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ba777ed2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ba777ed2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4ba777ed2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4ba777ed24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4ba777ed2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4ba777ed24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7095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4ba777ed2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4ba777ed24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8293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4ba777ed2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4ba777ed2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4ba777ed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4ba777ed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643491" y="243550"/>
            <a:ext cx="6568991" cy="4899985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81000" y="644450"/>
            <a:ext cx="4353900" cy="27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81000" y="3173500"/>
            <a:ext cx="3867600" cy="13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2649384" y="243550"/>
            <a:ext cx="6568991" cy="4899985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/>
          <p:nvPr/>
        </p:nvSpPr>
        <p:spPr>
          <a:xfrm rot="-308951" flipH="1">
            <a:off x="531846" y="733688"/>
            <a:ext cx="3664166" cy="2510395"/>
          </a:xfrm>
          <a:custGeom>
            <a:avLst/>
            <a:gdLst/>
            <a:ahLst/>
            <a:cxnLst/>
            <a:rect l="l" t="t" r="r" b="b"/>
            <a:pathLst>
              <a:path w="131806" h="90303" extrusionOk="0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900225" y="1918375"/>
            <a:ext cx="3523500" cy="13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7057500" y="1073425"/>
            <a:ext cx="13665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5599200" y="3544225"/>
            <a:ext cx="28248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-881225" y="1272176"/>
            <a:ext cx="7340216" cy="4171360"/>
          </a:xfrm>
          <a:custGeom>
            <a:avLst/>
            <a:gdLst/>
            <a:ahLst/>
            <a:cxnLst/>
            <a:rect l="l" t="t" r="r" b="b"/>
            <a:pathLst>
              <a:path w="135616" h="77069" extrusionOk="0">
                <a:moveTo>
                  <a:pt x="110703" y="61981"/>
                </a:moveTo>
                <a:cubicBezTo>
                  <a:pt x="106869" y="63560"/>
                  <a:pt x="102909" y="64888"/>
                  <a:pt x="99275" y="66893"/>
                </a:cubicBezTo>
                <a:cubicBezTo>
                  <a:pt x="94688" y="69400"/>
                  <a:pt x="90854" y="72633"/>
                  <a:pt x="85640" y="73961"/>
                </a:cubicBezTo>
                <a:cubicBezTo>
                  <a:pt x="82132" y="74863"/>
                  <a:pt x="78397" y="74838"/>
                  <a:pt x="74813" y="75339"/>
                </a:cubicBezTo>
                <a:cubicBezTo>
                  <a:pt x="70878" y="75891"/>
                  <a:pt x="66944" y="76542"/>
                  <a:pt x="62984" y="76793"/>
                </a:cubicBezTo>
                <a:cubicBezTo>
                  <a:pt x="62733" y="76818"/>
                  <a:pt x="62482" y="76818"/>
                  <a:pt x="62257" y="76818"/>
                </a:cubicBezTo>
                <a:cubicBezTo>
                  <a:pt x="61004" y="76893"/>
                  <a:pt x="59776" y="76943"/>
                  <a:pt x="58548" y="76969"/>
                </a:cubicBezTo>
                <a:cubicBezTo>
                  <a:pt x="58322" y="76994"/>
                  <a:pt x="58071" y="76994"/>
                  <a:pt x="57846" y="76994"/>
                </a:cubicBezTo>
                <a:cubicBezTo>
                  <a:pt x="57595" y="76994"/>
                  <a:pt x="57370" y="76994"/>
                  <a:pt x="57119" y="76994"/>
                </a:cubicBezTo>
                <a:cubicBezTo>
                  <a:pt x="56868" y="77019"/>
                  <a:pt x="56618" y="77019"/>
                  <a:pt x="56342" y="77019"/>
                </a:cubicBezTo>
                <a:cubicBezTo>
                  <a:pt x="41129" y="77069"/>
                  <a:pt x="25039" y="74262"/>
                  <a:pt x="12582" y="65039"/>
                </a:cubicBezTo>
                <a:cubicBezTo>
                  <a:pt x="10753" y="63660"/>
                  <a:pt x="8948" y="62131"/>
                  <a:pt x="7946" y="60076"/>
                </a:cubicBezTo>
                <a:cubicBezTo>
                  <a:pt x="7094" y="58322"/>
                  <a:pt x="6918" y="56342"/>
                  <a:pt x="6517" y="54437"/>
                </a:cubicBezTo>
                <a:cubicBezTo>
                  <a:pt x="6041" y="52282"/>
                  <a:pt x="5164" y="50302"/>
                  <a:pt x="3435" y="48848"/>
                </a:cubicBezTo>
                <a:cubicBezTo>
                  <a:pt x="1104" y="46893"/>
                  <a:pt x="1" y="45916"/>
                  <a:pt x="1229" y="42758"/>
                </a:cubicBezTo>
                <a:cubicBezTo>
                  <a:pt x="5089" y="32733"/>
                  <a:pt x="12432" y="24261"/>
                  <a:pt x="21154" y="17996"/>
                </a:cubicBezTo>
                <a:cubicBezTo>
                  <a:pt x="33309" y="9249"/>
                  <a:pt x="48172" y="4286"/>
                  <a:pt x="62808" y="1880"/>
                </a:cubicBezTo>
                <a:cubicBezTo>
                  <a:pt x="70979" y="527"/>
                  <a:pt x="79300" y="1"/>
                  <a:pt x="87595" y="452"/>
                </a:cubicBezTo>
                <a:cubicBezTo>
                  <a:pt x="89575" y="552"/>
                  <a:pt x="91555" y="702"/>
                  <a:pt x="93510" y="928"/>
                </a:cubicBezTo>
                <a:cubicBezTo>
                  <a:pt x="95390" y="1129"/>
                  <a:pt x="97295" y="1605"/>
                  <a:pt x="99149" y="1555"/>
                </a:cubicBezTo>
                <a:cubicBezTo>
                  <a:pt x="103861" y="1404"/>
                  <a:pt x="108874" y="2306"/>
                  <a:pt x="113360" y="3660"/>
                </a:cubicBezTo>
                <a:cubicBezTo>
                  <a:pt x="116367" y="4562"/>
                  <a:pt x="120854" y="5489"/>
                  <a:pt x="122132" y="8773"/>
                </a:cubicBezTo>
                <a:cubicBezTo>
                  <a:pt x="122558" y="9825"/>
                  <a:pt x="123009" y="10778"/>
                  <a:pt x="123736" y="11655"/>
                </a:cubicBezTo>
                <a:cubicBezTo>
                  <a:pt x="124789" y="13008"/>
                  <a:pt x="126493" y="13184"/>
                  <a:pt x="127871" y="13961"/>
                </a:cubicBezTo>
                <a:cubicBezTo>
                  <a:pt x="129400" y="14838"/>
                  <a:pt x="130754" y="16041"/>
                  <a:pt x="131781" y="17469"/>
                </a:cubicBezTo>
                <a:cubicBezTo>
                  <a:pt x="133285" y="19500"/>
                  <a:pt x="134137" y="21956"/>
                  <a:pt x="134563" y="24462"/>
                </a:cubicBezTo>
                <a:cubicBezTo>
                  <a:pt x="135290" y="28372"/>
                  <a:pt x="135616" y="32833"/>
                  <a:pt x="134638" y="36718"/>
                </a:cubicBezTo>
                <a:cubicBezTo>
                  <a:pt x="133636" y="40653"/>
                  <a:pt x="131706" y="44287"/>
                  <a:pt x="129325" y="47520"/>
                </a:cubicBezTo>
                <a:cubicBezTo>
                  <a:pt x="125114" y="53209"/>
                  <a:pt x="119701" y="57896"/>
                  <a:pt x="113285" y="60878"/>
                </a:cubicBezTo>
                <a:cubicBezTo>
                  <a:pt x="112433" y="61254"/>
                  <a:pt x="111555" y="61630"/>
                  <a:pt x="110703" y="6198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200"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rot="10800000" flipH="1">
            <a:off x="6529475" y="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/>
          <p:nvPr/>
        </p:nvSpPr>
        <p:spPr>
          <a:xfrm rot="10800000" flipH="1">
            <a:off x="6529475" y="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 flipH="1">
            <a:off x="-32145" y="2948675"/>
            <a:ext cx="3406995" cy="2206336"/>
          </a:xfrm>
          <a:custGeom>
            <a:avLst/>
            <a:gdLst/>
            <a:ahLst/>
            <a:cxnLst/>
            <a:rect l="l" t="t" r="r" b="b"/>
            <a:pathLst>
              <a:path w="86144" h="55786" extrusionOk="0">
                <a:moveTo>
                  <a:pt x="73909" y="1"/>
                </a:moveTo>
                <a:cubicBezTo>
                  <a:pt x="70234" y="1"/>
                  <a:pt x="66970" y="640"/>
                  <a:pt x="66149" y="2785"/>
                </a:cubicBezTo>
                <a:cubicBezTo>
                  <a:pt x="64154" y="7945"/>
                  <a:pt x="83985" y="13331"/>
                  <a:pt x="52678" y="13331"/>
                </a:cubicBezTo>
                <a:cubicBezTo>
                  <a:pt x="51023" y="13331"/>
                  <a:pt x="49224" y="13316"/>
                  <a:pt x="47272" y="13285"/>
                </a:cubicBezTo>
                <a:cubicBezTo>
                  <a:pt x="46348" y="13271"/>
                  <a:pt x="45442" y="13264"/>
                  <a:pt x="44552" y="13264"/>
                </a:cubicBezTo>
                <a:cubicBezTo>
                  <a:pt x="8006" y="13264"/>
                  <a:pt x="1" y="24880"/>
                  <a:pt x="1" y="24880"/>
                </a:cubicBezTo>
                <a:cubicBezTo>
                  <a:pt x="4383" y="30883"/>
                  <a:pt x="35517" y="22712"/>
                  <a:pt x="37183" y="37936"/>
                </a:cubicBezTo>
                <a:cubicBezTo>
                  <a:pt x="38849" y="53138"/>
                  <a:pt x="5068" y="55786"/>
                  <a:pt x="5068" y="55786"/>
                </a:cubicBezTo>
                <a:lnTo>
                  <a:pt x="86144" y="55786"/>
                </a:lnTo>
                <a:lnTo>
                  <a:pt x="86144" y="1530"/>
                </a:lnTo>
                <a:cubicBezTo>
                  <a:pt x="86144" y="1530"/>
                  <a:pt x="79547" y="1"/>
                  <a:pt x="739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1724875" y="2765800"/>
            <a:ext cx="2395800" cy="3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725625" y="3013925"/>
            <a:ext cx="2394300" cy="11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5023325" y="2765800"/>
            <a:ext cx="2395800" cy="3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5024075" y="3013925"/>
            <a:ext cx="2394300" cy="11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6757152" y="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 flipH="1">
            <a:off x="-81775" y="0"/>
            <a:ext cx="6007006" cy="5143633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5486100" y="1496400"/>
            <a:ext cx="2937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/>
          <p:nvPr/>
        </p:nvSpPr>
        <p:spPr>
          <a:xfrm flipH="1">
            <a:off x="-74873" y="0"/>
            <a:ext cx="6007006" cy="5143633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ubTitle" idx="1"/>
          </p:nvPr>
        </p:nvSpPr>
        <p:spPr>
          <a:xfrm>
            <a:off x="5486100" y="2330400"/>
            <a:ext cx="2937900" cy="131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 flipH="1">
            <a:off x="-81775" y="0"/>
            <a:ext cx="6007006" cy="5143633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8"/>
          <p:cNvSpPr/>
          <p:nvPr/>
        </p:nvSpPr>
        <p:spPr>
          <a:xfrm rot="-308951" flipH="1">
            <a:off x="366146" y="869650"/>
            <a:ext cx="3664166" cy="2510395"/>
          </a:xfrm>
          <a:custGeom>
            <a:avLst/>
            <a:gdLst/>
            <a:ahLst/>
            <a:cxnLst/>
            <a:rect l="l" t="t" r="r" b="b"/>
            <a:pathLst>
              <a:path w="131806" h="90303" extrusionOk="0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572000" y="1092825"/>
            <a:ext cx="38520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ubTitle" idx="1"/>
          </p:nvPr>
        </p:nvSpPr>
        <p:spPr>
          <a:xfrm>
            <a:off x="4970550" y="3124575"/>
            <a:ext cx="3453300" cy="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 flipH="1">
            <a:off x="1149525" y="1230175"/>
            <a:ext cx="6845100" cy="114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 flipH="1">
            <a:off x="1157740" y="2608800"/>
            <a:ext cx="6828600" cy="147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9"/>
          <p:cNvSpPr/>
          <p:nvPr/>
        </p:nvSpPr>
        <p:spPr>
          <a:xfrm rot="10800000" flipH="1">
            <a:off x="5061097" y="-113"/>
            <a:ext cx="4119383" cy="3527313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/>
          <p:nvPr/>
        </p:nvSpPr>
        <p:spPr>
          <a:xfrm flipH="1">
            <a:off x="-79428" y="2445900"/>
            <a:ext cx="3182478" cy="2725068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>
            <a:spLocks noGrp="1"/>
          </p:cNvSpPr>
          <p:nvPr>
            <p:ph type="title"/>
          </p:nvPr>
        </p:nvSpPr>
        <p:spPr>
          <a:xfrm>
            <a:off x="3788400" y="3514175"/>
            <a:ext cx="4635600" cy="1086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993175" y="1691963"/>
            <a:ext cx="6883500" cy="13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10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subTitle" idx="1"/>
          </p:nvPr>
        </p:nvSpPr>
        <p:spPr>
          <a:xfrm>
            <a:off x="2418600" y="3025225"/>
            <a:ext cx="4306800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5" name="Google Shape;55;p11"/>
          <p:cNvSpPr/>
          <p:nvPr/>
        </p:nvSpPr>
        <p:spPr>
          <a:xfrm>
            <a:off x="6529475" y="288180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1"/>
          <p:cNvSpPr/>
          <p:nvPr/>
        </p:nvSpPr>
        <p:spPr>
          <a:xfrm rot="10800000">
            <a:off x="-26925" y="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5"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 rot="-308984" flipH="1">
            <a:off x="3376794" y="154281"/>
            <a:ext cx="8069112" cy="5528315"/>
          </a:xfrm>
          <a:custGeom>
            <a:avLst/>
            <a:gdLst/>
            <a:ahLst/>
            <a:cxnLst/>
            <a:rect l="l" t="t" r="r" b="b"/>
            <a:pathLst>
              <a:path w="131806" h="90303" extrusionOk="0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2" hasCustomPrompt="1"/>
          </p:nvPr>
        </p:nvSpPr>
        <p:spPr>
          <a:xfrm>
            <a:off x="831026" y="1781025"/>
            <a:ext cx="7845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1641650" y="1781025"/>
            <a:ext cx="27381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3"/>
          </p:nvPr>
        </p:nvSpPr>
        <p:spPr>
          <a:xfrm>
            <a:off x="1641625" y="2398255"/>
            <a:ext cx="23943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4" hasCustomPrompt="1"/>
          </p:nvPr>
        </p:nvSpPr>
        <p:spPr>
          <a:xfrm>
            <a:off x="4790389" y="1781032"/>
            <a:ext cx="7845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5"/>
          </p:nvPr>
        </p:nvSpPr>
        <p:spPr>
          <a:xfrm>
            <a:off x="5574884" y="1781025"/>
            <a:ext cx="27381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6"/>
          </p:nvPr>
        </p:nvSpPr>
        <p:spPr>
          <a:xfrm>
            <a:off x="5574875" y="2398255"/>
            <a:ext cx="23943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7" hasCustomPrompt="1"/>
          </p:nvPr>
        </p:nvSpPr>
        <p:spPr>
          <a:xfrm>
            <a:off x="831025" y="3456500"/>
            <a:ext cx="7845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8"/>
          </p:nvPr>
        </p:nvSpPr>
        <p:spPr>
          <a:xfrm>
            <a:off x="1641625" y="3456500"/>
            <a:ext cx="17958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9"/>
          </p:nvPr>
        </p:nvSpPr>
        <p:spPr>
          <a:xfrm>
            <a:off x="1641625" y="4073732"/>
            <a:ext cx="23943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3" hasCustomPrompt="1"/>
          </p:nvPr>
        </p:nvSpPr>
        <p:spPr>
          <a:xfrm>
            <a:off x="4790360" y="3456507"/>
            <a:ext cx="7845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4"/>
          </p:nvPr>
        </p:nvSpPr>
        <p:spPr>
          <a:xfrm>
            <a:off x="5574875" y="3456500"/>
            <a:ext cx="20913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5"/>
          </p:nvPr>
        </p:nvSpPr>
        <p:spPr>
          <a:xfrm>
            <a:off x="5574875" y="4073732"/>
            <a:ext cx="23943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5_1"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-308984" flipH="1">
            <a:off x="3376794" y="154281"/>
            <a:ext cx="8069112" cy="5528315"/>
          </a:xfrm>
          <a:custGeom>
            <a:avLst/>
            <a:gdLst/>
            <a:ahLst/>
            <a:cxnLst/>
            <a:rect l="l" t="t" r="r" b="b"/>
            <a:pathLst>
              <a:path w="131806" h="90303" extrusionOk="0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 idx="2" hasCustomPrompt="1"/>
          </p:nvPr>
        </p:nvSpPr>
        <p:spPr>
          <a:xfrm>
            <a:off x="720001" y="1254513"/>
            <a:ext cx="7845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1"/>
          </p:nvPr>
        </p:nvSpPr>
        <p:spPr>
          <a:xfrm>
            <a:off x="720025" y="1781025"/>
            <a:ext cx="17958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subTitle" idx="3"/>
          </p:nvPr>
        </p:nvSpPr>
        <p:spPr>
          <a:xfrm>
            <a:off x="720000" y="2398255"/>
            <a:ext cx="23943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 idx="4" hasCustomPrompt="1"/>
          </p:nvPr>
        </p:nvSpPr>
        <p:spPr>
          <a:xfrm>
            <a:off x="6009539" y="1254520"/>
            <a:ext cx="7845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5"/>
          </p:nvPr>
        </p:nvSpPr>
        <p:spPr>
          <a:xfrm>
            <a:off x="6009503" y="1781025"/>
            <a:ext cx="17958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6"/>
          </p:nvPr>
        </p:nvSpPr>
        <p:spPr>
          <a:xfrm>
            <a:off x="6009500" y="2398255"/>
            <a:ext cx="23943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2929988"/>
            <a:ext cx="7845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4"/>
          <p:cNvSpPr txBox="1">
            <a:spLocks noGrp="1"/>
          </p:cNvSpPr>
          <p:nvPr>
            <p:ph type="subTitle" idx="8"/>
          </p:nvPr>
        </p:nvSpPr>
        <p:spPr>
          <a:xfrm>
            <a:off x="720000" y="3456500"/>
            <a:ext cx="17958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ubTitle" idx="9"/>
          </p:nvPr>
        </p:nvSpPr>
        <p:spPr>
          <a:xfrm>
            <a:off x="720000" y="4073732"/>
            <a:ext cx="23943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title" idx="13" hasCustomPrompt="1"/>
          </p:nvPr>
        </p:nvSpPr>
        <p:spPr>
          <a:xfrm>
            <a:off x="6009510" y="2929995"/>
            <a:ext cx="7845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4"/>
          <p:cNvSpPr txBox="1">
            <a:spLocks noGrp="1"/>
          </p:cNvSpPr>
          <p:nvPr>
            <p:ph type="subTitle" idx="14"/>
          </p:nvPr>
        </p:nvSpPr>
        <p:spPr>
          <a:xfrm>
            <a:off x="6009500" y="3456500"/>
            <a:ext cx="20913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15"/>
          </p:nvPr>
        </p:nvSpPr>
        <p:spPr>
          <a:xfrm>
            <a:off x="6009500" y="4073732"/>
            <a:ext cx="23943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 idx="16" hasCustomPrompt="1"/>
          </p:nvPr>
        </p:nvSpPr>
        <p:spPr>
          <a:xfrm>
            <a:off x="3364763" y="1254513"/>
            <a:ext cx="7845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7"/>
          </p:nvPr>
        </p:nvSpPr>
        <p:spPr>
          <a:xfrm>
            <a:off x="3364796" y="1781025"/>
            <a:ext cx="17958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ubTitle" idx="18"/>
          </p:nvPr>
        </p:nvSpPr>
        <p:spPr>
          <a:xfrm>
            <a:off x="3364763" y="2398255"/>
            <a:ext cx="23943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19" hasCustomPrompt="1"/>
          </p:nvPr>
        </p:nvSpPr>
        <p:spPr>
          <a:xfrm>
            <a:off x="3364763" y="2929988"/>
            <a:ext cx="7845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20"/>
          </p:nvPr>
        </p:nvSpPr>
        <p:spPr>
          <a:xfrm>
            <a:off x="3364763" y="3456500"/>
            <a:ext cx="17958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21"/>
          </p:nvPr>
        </p:nvSpPr>
        <p:spPr>
          <a:xfrm>
            <a:off x="3364763" y="4073732"/>
            <a:ext cx="23943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_1_1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 rot="10800000" flipH="1">
            <a:off x="6529475" y="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/>
          <p:nvPr/>
        </p:nvSpPr>
        <p:spPr>
          <a:xfrm flipH="1">
            <a:off x="-32145" y="2948675"/>
            <a:ext cx="3406995" cy="2206336"/>
          </a:xfrm>
          <a:custGeom>
            <a:avLst/>
            <a:gdLst/>
            <a:ahLst/>
            <a:cxnLst/>
            <a:rect l="l" t="t" r="r" b="b"/>
            <a:pathLst>
              <a:path w="86144" h="55786" extrusionOk="0">
                <a:moveTo>
                  <a:pt x="73909" y="1"/>
                </a:moveTo>
                <a:cubicBezTo>
                  <a:pt x="70234" y="1"/>
                  <a:pt x="66970" y="640"/>
                  <a:pt x="66149" y="2785"/>
                </a:cubicBezTo>
                <a:cubicBezTo>
                  <a:pt x="64154" y="7945"/>
                  <a:pt x="83985" y="13331"/>
                  <a:pt x="52678" y="13331"/>
                </a:cubicBezTo>
                <a:cubicBezTo>
                  <a:pt x="51023" y="13331"/>
                  <a:pt x="49224" y="13316"/>
                  <a:pt x="47272" y="13285"/>
                </a:cubicBezTo>
                <a:cubicBezTo>
                  <a:pt x="46348" y="13271"/>
                  <a:pt x="45442" y="13264"/>
                  <a:pt x="44552" y="13264"/>
                </a:cubicBezTo>
                <a:cubicBezTo>
                  <a:pt x="8006" y="13264"/>
                  <a:pt x="1" y="24880"/>
                  <a:pt x="1" y="24880"/>
                </a:cubicBezTo>
                <a:cubicBezTo>
                  <a:pt x="4383" y="30883"/>
                  <a:pt x="35517" y="22712"/>
                  <a:pt x="37183" y="37936"/>
                </a:cubicBezTo>
                <a:cubicBezTo>
                  <a:pt x="38849" y="53138"/>
                  <a:pt x="5068" y="55786"/>
                  <a:pt x="5068" y="55786"/>
                </a:cubicBezTo>
                <a:lnTo>
                  <a:pt x="86144" y="55786"/>
                </a:lnTo>
                <a:lnTo>
                  <a:pt x="86144" y="1530"/>
                </a:lnTo>
                <a:cubicBezTo>
                  <a:pt x="86144" y="1530"/>
                  <a:pt x="79547" y="1"/>
                  <a:pt x="739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1"/>
          </p:nvPr>
        </p:nvSpPr>
        <p:spPr>
          <a:xfrm>
            <a:off x="714300" y="2765800"/>
            <a:ext cx="2395800" cy="3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2"/>
          </p:nvPr>
        </p:nvSpPr>
        <p:spPr>
          <a:xfrm>
            <a:off x="715050" y="3016200"/>
            <a:ext cx="2394300" cy="11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subTitle" idx="3"/>
          </p:nvPr>
        </p:nvSpPr>
        <p:spPr>
          <a:xfrm>
            <a:off x="3374100" y="2765800"/>
            <a:ext cx="2395800" cy="3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ubTitle" idx="4"/>
          </p:nvPr>
        </p:nvSpPr>
        <p:spPr>
          <a:xfrm>
            <a:off x="3374850" y="3016200"/>
            <a:ext cx="2394300" cy="11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subTitle" idx="5"/>
          </p:nvPr>
        </p:nvSpPr>
        <p:spPr>
          <a:xfrm>
            <a:off x="6033900" y="2765800"/>
            <a:ext cx="2395800" cy="3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ubTitle" idx="6"/>
          </p:nvPr>
        </p:nvSpPr>
        <p:spPr>
          <a:xfrm>
            <a:off x="6034650" y="3016200"/>
            <a:ext cx="2394300" cy="11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SECTION_TITLE_AND_DESCRIPTION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/>
          <p:nvPr/>
        </p:nvSpPr>
        <p:spPr>
          <a:xfrm rot="308984">
            <a:off x="-1672431" y="154281"/>
            <a:ext cx="8069112" cy="5528315"/>
          </a:xfrm>
          <a:custGeom>
            <a:avLst/>
            <a:gdLst/>
            <a:ahLst/>
            <a:cxnLst/>
            <a:rect l="l" t="t" r="r" b="b"/>
            <a:pathLst>
              <a:path w="131806" h="90303" extrusionOk="0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720000" y="587425"/>
            <a:ext cx="4086900" cy="158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1"/>
          </p:nvPr>
        </p:nvSpPr>
        <p:spPr>
          <a:xfrm>
            <a:off x="720000" y="2169625"/>
            <a:ext cx="4086900" cy="24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8" name="Google Shape;108;p16"/>
          <p:cNvSpPr>
            <a:spLocks noGrp="1"/>
          </p:cNvSpPr>
          <p:nvPr>
            <p:ph type="pic" idx="2"/>
          </p:nvPr>
        </p:nvSpPr>
        <p:spPr>
          <a:xfrm>
            <a:off x="4972375" y="-37175"/>
            <a:ext cx="4171500" cy="518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SECTION_TITLE_AND_DESCRIPTION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 rot="-308984" flipH="1">
            <a:off x="1733669" y="154281"/>
            <a:ext cx="8069112" cy="5528315"/>
          </a:xfrm>
          <a:custGeom>
            <a:avLst/>
            <a:gdLst/>
            <a:ahLst/>
            <a:cxnLst/>
            <a:rect l="l" t="t" r="r" b="b"/>
            <a:pathLst>
              <a:path w="131806" h="90303" extrusionOk="0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"/>
          </p:nvPr>
        </p:nvSpPr>
        <p:spPr>
          <a:xfrm>
            <a:off x="1332450" y="1350700"/>
            <a:ext cx="6535500" cy="30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/>
          <p:nvPr/>
        </p:nvSpPr>
        <p:spPr>
          <a:xfrm rot="10800000">
            <a:off x="-32145" y="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5773361" y="2948675"/>
            <a:ext cx="3406995" cy="2206336"/>
          </a:xfrm>
          <a:custGeom>
            <a:avLst/>
            <a:gdLst/>
            <a:ahLst/>
            <a:cxnLst/>
            <a:rect l="l" t="t" r="r" b="b"/>
            <a:pathLst>
              <a:path w="86144" h="55786" extrusionOk="0">
                <a:moveTo>
                  <a:pt x="73909" y="1"/>
                </a:moveTo>
                <a:cubicBezTo>
                  <a:pt x="70234" y="1"/>
                  <a:pt x="66970" y="640"/>
                  <a:pt x="66149" y="2785"/>
                </a:cubicBezTo>
                <a:cubicBezTo>
                  <a:pt x="64154" y="7945"/>
                  <a:pt x="83985" y="13331"/>
                  <a:pt x="52678" y="13331"/>
                </a:cubicBezTo>
                <a:cubicBezTo>
                  <a:pt x="51023" y="13331"/>
                  <a:pt x="49224" y="13316"/>
                  <a:pt x="47272" y="13285"/>
                </a:cubicBezTo>
                <a:cubicBezTo>
                  <a:pt x="46348" y="13271"/>
                  <a:pt x="45442" y="13264"/>
                  <a:pt x="44552" y="13264"/>
                </a:cubicBezTo>
                <a:cubicBezTo>
                  <a:pt x="8006" y="13264"/>
                  <a:pt x="1" y="24880"/>
                  <a:pt x="1" y="24880"/>
                </a:cubicBezTo>
                <a:cubicBezTo>
                  <a:pt x="4383" y="30883"/>
                  <a:pt x="35517" y="22712"/>
                  <a:pt x="37183" y="37936"/>
                </a:cubicBezTo>
                <a:cubicBezTo>
                  <a:pt x="38849" y="53138"/>
                  <a:pt x="5068" y="55786"/>
                  <a:pt x="5068" y="55786"/>
                </a:cubicBezTo>
                <a:lnTo>
                  <a:pt x="86144" y="55786"/>
                </a:lnTo>
                <a:lnTo>
                  <a:pt x="86144" y="1530"/>
                </a:lnTo>
                <a:cubicBezTo>
                  <a:pt x="86144" y="1530"/>
                  <a:pt x="79547" y="1"/>
                  <a:pt x="739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ubTitle" idx="1"/>
          </p:nvPr>
        </p:nvSpPr>
        <p:spPr>
          <a:xfrm>
            <a:off x="2056275" y="3274091"/>
            <a:ext cx="15303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subTitle" idx="2"/>
          </p:nvPr>
        </p:nvSpPr>
        <p:spPr>
          <a:xfrm>
            <a:off x="5535254" y="3274104"/>
            <a:ext cx="15303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subTitle" idx="3"/>
          </p:nvPr>
        </p:nvSpPr>
        <p:spPr>
          <a:xfrm>
            <a:off x="2056275" y="3539179"/>
            <a:ext cx="2277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4"/>
          </p:nvPr>
        </p:nvSpPr>
        <p:spPr>
          <a:xfrm>
            <a:off x="5535250" y="3539179"/>
            <a:ext cx="2277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subTitle" idx="5"/>
          </p:nvPr>
        </p:nvSpPr>
        <p:spPr>
          <a:xfrm>
            <a:off x="2056275" y="1611654"/>
            <a:ext cx="15303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subTitle" idx="6"/>
          </p:nvPr>
        </p:nvSpPr>
        <p:spPr>
          <a:xfrm>
            <a:off x="5535254" y="1611654"/>
            <a:ext cx="15303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ubTitle" idx="7"/>
          </p:nvPr>
        </p:nvSpPr>
        <p:spPr>
          <a:xfrm>
            <a:off x="2056263" y="1865766"/>
            <a:ext cx="2277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subTitle" idx="8"/>
          </p:nvPr>
        </p:nvSpPr>
        <p:spPr>
          <a:xfrm>
            <a:off x="5535250" y="1865766"/>
            <a:ext cx="2277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2_1_1_2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/>
          <p:nvPr/>
        </p:nvSpPr>
        <p:spPr>
          <a:xfrm rot="10800000" flipH="1">
            <a:off x="6574055" y="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ubTitle" idx="1"/>
          </p:nvPr>
        </p:nvSpPr>
        <p:spPr>
          <a:xfrm>
            <a:off x="4631267" y="3274104"/>
            <a:ext cx="15303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subTitle" idx="2"/>
          </p:nvPr>
        </p:nvSpPr>
        <p:spPr>
          <a:xfrm>
            <a:off x="4631263" y="3535879"/>
            <a:ext cx="2277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subTitle" idx="3"/>
          </p:nvPr>
        </p:nvSpPr>
        <p:spPr>
          <a:xfrm>
            <a:off x="2982438" y="1611654"/>
            <a:ext cx="15303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subTitle" idx="4"/>
          </p:nvPr>
        </p:nvSpPr>
        <p:spPr>
          <a:xfrm>
            <a:off x="2235125" y="1862466"/>
            <a:ext cx="2277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2" name="Google Shape;132;p19"/>
          <p:cNvSpPr/>
          <p:nvPr/>
        </p:nvSpPr>
        <p:spPr>
          <a:xfrm flipH="1">
            <a:off x="-32145" y="2918525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8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subTitle" idx="1"/>
          </p:nvPr>
        </p:nvSpPr>
        <p:spPr>
          <a:xfrm>
            <a:off x="2299350" y="1457950"/>
            <a:ext cx="4545300" cy="3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●"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●"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20"/>
          <p:cNvSpPr/>
          <p:nvPr/>
        </p:nvSpPr>
        <p:spPr>
          <a:xfrm rot="10800000" flipH="1">
            <a:off x="5777400" y="-41222"/>
            <a:ext cx="3406995" cy="2017222"/>
          </a:xfrm>
          <a:custGeom>
            <a:avLst/>
            <a:gdLst/>
            <a:ahLst/>
            <a:cxnLst/>
            <a:rect l="l" t="t" r="r" b="b"/>
            <a:pathLst>
              <a:path w="86144" h="55786" extrusionOk="0">
                <a:moveTo>
                  <a:pt x="73909" y="1"/>
                </a:moveTo>
                <a:cubicBezTo>
                  <a:pt x="70234" y="1"/>
                  <a:pt x="66970" y="640"/>
                  <a:pt x="66149" y="2785"/>
                </a:cubicBezTo>
                <a:cubicBezTo>
                  <a:pt x="64154" y="7945"/>
                  <a:pt x="83985" y="13331"/>
                  <a:pt x="52678" y="13331"/>
                </a:cubicBezTo>
                <a:cubicBezTo>
                  <a:pt x="51023" y="13331"/>
                  <a:pt x="49224" y="13316"/>
                  <a:pt x="47272" y="13285"/>
                </a:cubicBezTo>
                <a:cubicBezTo>
                  <a:pt x="46348" y="13271"/>
                  <a:pt x="45442" y="13264"/>
                  <a:pt x="44552" y="13264"/>
                </a:cubicBezTo>
                <a:cubicBezTo>
                  <a:pt x="8006" y="13264"/>
                  <a:pt x="1" y="24880"/>
                  <a:pt x="1" y="24880"/>
                </a:cubicBezTo>
                <a:cubicBezTo>
                  <a:pt x="4383" y="30883"/>
                  <a:pt x="35517" y="22712"/>
                  <a:pt x="37183" y="37936"/>
                </a:cubicBezTo>
                <a:cubicBezTo>
                  <a:pt x="38849" y="53138"/>
                  <a:pt x="5068" y="55786"/>
                  <a:pt x="5068" y="55786"/>
                </a:cubicBezTo>
                <a:lnTo>
                  <a:pt x="86144" y="55786"/>
                </a:lnTo>
                <a:lnTo>
                  <a:pt x="86144" y="1530"/>
                </a:lnTo>
                <a:cubicBezTo>
                  <a:pt x="86144" y="1530"/>
                  <a:pt x="79547" y="1"/>
                  <a:pt x="739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0"/>
          <p:cNvSpPr/>
          <p:nvPr/>
        </p:nvSpPr>
        <p:spPr>
          <a:xfrm flipH="1">
            <a:off x="-79375" y="291690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8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140" name="Google Shape;140;p21"/>
          <p:cNvSpPr/>
          <p:nvPr/>
        </p:nvSpPr>
        <p:spPr>
          <a:xfrm rot="10800000" flipH="1">
            <a:off x="5777400" y="-41222"/>
            <a:ext cx="3406995" cy="2017222"/>
          </a:xfrm>
          <a:custGeom>
            <a:avLst/>
            <a:gdLst/>
            <a:ahLst/>
            <a:cxnLst/>
            <a:rect l="l" t="t" r="r" b="b"/>
            <a:pathLst>
              <a:path w="86144" h="55786" extrusionOk="0">
                <a:moveTo>
                  <a:pt x="73909" y="1"/>
                </a:moveTo>
                <a:cubicBezTo>
                  <a:pt x="70234" y="1"/>
                  <a:pt x="66970" y="640"/>
                  <a:pt x="66149" y="2785"/>
                </a:cubicBezTo>
                <a:cubicBezTo>
                  <a:pt x="64154" y="7945"/>
                  <a:pt x="83985" y="13331"/>
                  <a:pt x="52678" y="13331"/>
                </a:cubicBezTo>
                <a:cubicBezTo>
                  <a:pt x="51023" y="13331"/>
                  <a:pt x="49224" y="13316"/>
                  <a:pt x="47272" y="13285"/>
                </a:cubicBezTo>
                <a:cubicBezTo>
                  <a:pt x="46348" y="13271"/>
                  <a:pt x="45442" y="13264"/>
                  <a:pt x="44552" y="13264"/>
                </a:cubicBezTo>
                <a:cubicBezTo>
                  <a:pt x="8006" y="13264"/>
                  <a:pt x="1" y="24880"/>
                  <a:pt x="1" y="24880"/>
                </a:cubicBezTo>
                <a:cubicBezTo>
                  <a:pt x="4383" y="30883"/>
                  <a:pt x="35517" y="22712"/>
                  <a:pt x="37183" y="37936"/>
                </a:cubicBezTo>
                <a:cubicBezTo>
                  <a:pt x="38849" y="53138"/>
                  <a:pt x="5068" y="55786"/>
                  <a:pt x="5068" y="55786"/>
                </a:cubicBezTo>
                <a:lnTo>
                  <a:pt x="86144" y="55786"/>
                </a:lnTo>
                <a:lnTo>
                  <a:pt x="86144" y="1530"/>
                </a:lnTo>
                <a:cubicBezTo>
                  <a:pt x="86144" y="1530"/>
                  <a:pt x="79547" y="1"/>
                  <a:pt x="739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1"/>
          <p:cNvSpPr/>
          <p:nvPr/>
        </p:nvSpPr>
        <p:spPr>
          <a:xfrm flipH="1">
            <a:off x="-79502" y="539999"/>
            <a:ext cx="5426867" cy="4646875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1"/>
          </p:nvPr>
        </p:nvSpPr>
        <p:spPr>
          <a:xfrm>
            <a:off x="626525" y="1830050"/>
            <a:ext cx="3872100" cy="252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●"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●"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subTitle" idx="2"/>
          </p:nvPr>
        </p:nvSpPr>
        <p:spPr>
          <a:xfrm>
            <a:off x="4572075" y="1830050"/>
            <a:ext cx="3872100" cy="252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●"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●"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○"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600"/>
              <a:buChar char="■"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2_1_1_3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 rot="10800000" flipH="1">
            <a:off x="6529475" y="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2"/>
          <p:cNvSpPr/>
          <p:nvPr/>
        </p:nvSpPr>
        <p:spPr>
          <a:xfrm flipH="1">
            <a:off x="-32252" y="2948675"/>
            <a:ext cx="1776505" cy="2206336"/>
          </a:xfrm>
          <a:custGeom>
            <a:avLst/>
            <a:gdLst/>
            <a:ahLst/>
            <a:cxnLst/>
            <a:rect l="l" t="t" r="r" b="b"/>
            <a:pathLst>
              <a:path w="86144" h="55786" extrusionOk="0">
                <a:moveTo>
                  <a:pt x="73909" y="1"/>
                </a:moveTo>
                <a:cubicBezTo>
                  <a:pt x="70234" y="1"/>
                  <a:pt x="66970" y="640"/>
                  <a:pt x="66149" y="2785"/>
                </a:cubicBezTo>
                <a:cubicBezTo>
                  <a:pt x="64154" y="7945"/>
                  <a:pt x="83985" y="13331"/>
                  <a:pt x="52678" y="13331"/>
                </a:cubicBezTo>
                <a:cubicBezTo>
                  <a:pt x="51023" y="13331"/>
                  <a:pt x="49224" y="13316"/>
                  <a:pt x="47272" y="13285"/>
                </a:cubicBezTo>
                <a:cubicBezTo>
                  <a:pt x="46348" y="13271"/>
                  <a:pt x="45442" y="13264"/>
                  <a:pt x="44552" y="13264"/>
                </a:cubicBezTo>
                <a:cubicBezTo>
                  <a:pt x="8006" y="13264"/>
                  <a:pt x="1" y="24880"/>
                  <a:pt x="1" y="24880"/>
                </a:cubicBezTo>
                <a:cubicBezTo>
                  <a:pt x="4383" y="30883"/>
                  <a:pt x="35517" y="22712"/>
                  <a:pt x="37183" y="37936"/>
                </a:cubicBezTo>
                <a:cubicBezTo>
                  <a:pt x="38849" y="53138"/>
                  <a:pt x="5068" y="55786"/>
                  <a:pt x="5068" y="55786"/>
                </a:cubicBezTo>
                <a:lnTo>
                  <a:pt x="86144" y="55786"/>
                </a:lnTo>
                <a:lnTo>
                  <a:pt x="86144" y="1530"/>
                </a:lnTo>
                <a:cubicBezTo>
                  <a:pt x="86144" y="1530"/>
                  <a:pt x="79547" y="1"/>
                  <a:pt x="739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subTitle" idx="1"/>
          </p:nvPr>
        </p:nvSpPr>
        <p:spPr>
          <a:xfrm>
            <a:off x="2067356" y="3028691"/>
            <a:ext cx="15303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subTitle" idx="2"/>
          </p:nvPr>
        </p:nvSpPr>
        <p:spPr>
          <a:xfrm>
            <a:off x="5546338" y="3028704"/>
            <a:ext cx="15303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subTitle" idx="3"/>
          </p:nvPr>
        </p:nvSpPr>
        <p:spPr>
          <a:xfrm>
            <a:off x="1693706" y="3298954"/>
            <a:ext cx="2277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subTitle" idx="4"/>
          </p:nvPr>
        </p:nvSpPr>
        <p:spPr>
          <a:xfrm>
            <a:off x="5172688" y="3298954"/>
            <a:ext cx="2277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5"/>
          </p:nvPr>
        </p:nvSpPr>
        <p:spPr>
          <a:xfrm>
            <a:off x="2067356" y="1660754"/>
            <a:ext cx="15303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ubTitle" idx="6"/>
          </p:nvPr>
        </p:nvSpPr>
        <p:spPr>
          <a:xfrm>
            <a:off x="5546338" y="1660754"/>
            <a:ext cx="15303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subTitle" idx="7"/>
          </p:nvPr>
        </p:nvSpPr>
        <p:spPr>
          <a:xfrm>
            <a:off x="1693706" y="1920041"/>
            <a:ext cx="2277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subTitle" idx="8"/>
          </p:nvPr>
        </p:nvSpPr>
        <p:spPr>
          <a:xfrm>
            <a:off x="5172688" y="1920041"/>
            <a:ext cx="2277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_ONLY_1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>
            <a:spLocks noGrp="1"/>
          </p:cNvSpPr>
          <p:nvPr>
            <p:ph type="pic" idx="2"/>
          </p:nvPr>
        </p:nvSpPr>
        <p:spPr>
          <a:xfrm>
            <a:off x="19375" y="9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3"/>
          <p:cNvSpPr txBox="1">
            <a:spLocks noGrp="1"/>
          </p:cNvSpPr>
          <p:nvPr>
            <p:ph type="title"/>
          </p:nvPr>
        </p:nvSpPr>
        <p:spPr>
          <a:xfrm flipH="1">
            <a:off x="713275" y="4038125"/>
            <a:ext cx="7717500" cy="562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6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/>
        </p:nvSpPr>
        <p:spPr>
          <a:xfrm flipH="1">
            <a:off x="-26925" y="288180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4"/>
          <p:cNvSpPr/>
          <p:nvPr/>
        </p:nvSpPr>
        <p:spPr>
          <a:xfrm rot="10800000" flipH="1">
            <a:off x="6529475" y="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4"/>
          <p:cNvSpPr txBox="1">
            <a:spLocks noGrp="1"/>
          </p:cNvSpPr>
          <p:nvPr>
            <p:ph type="title"/>
          </p:nvPr>
        </p:nvSpPr>
        <p:spPr>
          <a:xfrm>
            <a:off x="720000" y="54655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4"/>
          <p:cNvSpPr txBox="1">
            <a:spLocks noGrp="1"/>
          </p:cNvSpPr>
          <p:nvPr>
            <p:ph type="subTitle" idx="1"/>
          </p:nvPr>
        </p:nvSpPr>
        <p:spPr>
          <a:xfrm>
            <a:off x="720000" y="371130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subTitle" idx="2"/>
          </p:nvPr>
        </p:nvSpPr>
        <p:spPr>
          <a:xfrm>
            <a:off x="3433200" y="371130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5" name="Google Shape;165;p24"/>
          <p:cNvSpPr txBox="1">
            <a:spLocks noGrp="1"/>
          </p:cNvSpPr>
          <p:nvPr>
            <p:ph type="subTitle" idx="3"/>
          </p:nvPr>
        </p:nvSpPr>
        <p:spPr>
          <a:xfrm>
            <a:off x="6146400" y="371130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subTitle" idx="4"/>
          </p:nvPr>
        </p:nvSpPr>
        <p:spPr>
          <a:xfrm>
            <a:off x="720000" y="4080225"/>
            <a:ext cx="22776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ubTitle" idx="5"/>
          </p:nvPr>
        </p:nvSpPr>
        <p:spPr>
          <a:xfrm>
            <a:off x="3433200" y="4080225"/>
            <a:ext cx="22776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ubTitle" idx="6"/>
          </p:nvPr>
        </p:nvSpPr>
        <p:spPr>
          <a:xfrm>
            <a:off x="6146400" y="4080225"/>
            <a:ext cx="22776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subTitle" idx="7"/>
          </p:nvPr>
        </p:nvSpPr>
        <p:spPr>
          <a:xfrm>
            <a:off x="720000" y="198960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0" name="Google Shape;170;p24"/>
          <p:cNvSpPr txBox="1">
            <a:spLocks noGrp="1"/>
          </p:cNvSpPr>
          <p:nvPr>
            <p:ph type="subTitle" idx="8"/>
          </p:nvPr>
        </p:nvSpPr>
        <p:spPr>
          <a:xfrm>
            <a:off x="3433200" y="198960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1" name="Google Shape;171;p24"/>
          <p:cNvSpPr txBox="1">
            <a:spLocks noGrp="1"/>
          </p:cNvSpPr>
          <p:nvPr>
            <p:ph type="subTitle" idx="9"/>
          </p:nvPr>
        </p:nvSpPr>
        <p:spPr>
          <a:xfrm>
            <a:off x="6146400" y="198960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subTitle" idx="13"/>
          </p:nvPr>
        </p:nvSpPr>
        <p:spPr>
          <a:xfrm>
            <a:off x="720000" y="2358525"/>
            <a:ext cx="22776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3" name="Google Shape;173;p24"/>
          <p:cNvSpPr txBox="1">
            <a:spLocks noGrp="1"/>
          </p:cNvSpPr>
          <p:nvPr>
            <p:ph type="subTitle" idx="14"/>
          </p:nvPr>
        </p:nvSpPr>
        <p:spPr>
          <a:xfrm>
            <a:off x="3433200" y="2358525"/>
            <a:ext cx="22776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4" name="Google Shape;174;p24"/>
          <p:cNvSpPr txBox="1">
            <a:spLocks noGrp="1"/>
          </p:cNvSpPr>
          <p:nvPr>
            <p:ph type="subTitle" idx="15"/>
          </p:nvPr>
        </p:nvSpPr>
        <p:spPr>
          <a:xfrm>
            <a:off x="6146400" y="2358525"/>
            <a:ext cx="22776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_2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/>
          <p:nvPr/>
        </p:nvSpPr>
        <p:spPr>
          <a:xfrm>
            <a:off x="6529475" y="288180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5"/>
          <p:cNvSpPr/>
          <p:nvPr/>
        </p:nvSpPr>
        <p:spPr>
          <a:xfrm rot="10800000">
            <a:off x="-26925" y="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5"/>
          <p:cNvSpPr txBox="1">
            <a:spLocks noGrp="1"/>
          </p:cNvSpPr>
          <p:nvPr>
            <p:ph type="title"/>
          </p:nvPr>
        </p:nvSpPr>
        <p:spPr>
          <a:xfrm>
            <a:off x="720000" y="54655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5"/>
          <p:cNvSpPr txBox="1">
            <a:spLocks noGrp="1"/>
          </p:cNvSpPr>
          <p:nvPr>
            <p:ph type="subTitle" idx="1"/>
          </p:nvPr>
        </p:nvSpPr>
        <p:spPr>
          <a:xfrm>
            <a:off x="720000" y="260430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ubTitle" idx="2"/>
          </p:nvPr>
        </p:nvSpPr>
        <p:spPr>
          <a:xfrm>
            <a:off x="3433200" y="260430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subTitle" idx="3"/>
          </p:nvPr>
        </p:nvSpPr>
        <p:spPr>
          <a:xfrm>
            <a:off x="6146400" y="260430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subTitle" idx="4"/>
          </p:nvPr>
        </p:nvSpPr>
        <p:spPr>
          <a:xfrm>
            <a:off x="720000" y="2931175"/>
            <a:ext cx="2277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3" name="Google Shape;183;p25"/>
          <p:cNvSpPr txBox="1">
            <a:spLocks noGrp="1"/>
          </p:cNvSpPr>
          <p:nvPr>
            <p:ph type="subTitle" idx="5"/>
          </p:nvPr>
        </p:nvSpPr>
        <p:spPr>
          <a:xfrm>
            <a:off x="3433200" y="2931175"/>
            <a:ext cx="2277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subTitle" idx="6"/>
          </p:nvPr>
        </p:nvSpPr>
        <p:spPr>
          <a:xfrm>
            <a:off x="6146400" y="2931175"/>
            <a:ext cx="2277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16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/>
          <p:nvPr/>
        </p:nvSpPr>
        <p:spPr>
          <a:xfrm>
            <a:off x="2076450" y="-988225"/>
            <a:ext cx="7160970" cy="6131740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6"/>
          <p:cNvSpPr txBox="1">
            <a:spLocks noGrp="1"/>
          </p:cNvSpPr>
          <p:nvPr>
            <p:ph type="title" hasCustomPrompt="1"/>
          </p:nvPr>
        </p:nvSpPr>
        <p:spPr>
          <a:xfrm>
            <a:off x="720000" y="618338"/>
            <a:ext cx="4032600" cy="8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8" name="Google Shape;188;p26"/>
          <p:cNvSpPr txBox="1">
            <a:spLocks noGrp="1"/>
          </p:cNvSpPr>
          <p:nvPr>
            <p:ph type="subTitle" idx="1"/>
          </p:nvPr>
        </p:nvSpPr>
        <p:spPr>
          <a:xfrm>
            <a:off x="720000" y="1424438"/>
            <a:ext cx="4306800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9" name="Google Shape;189;p26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955538"/>
            <a:ext cx="4032600" cy="8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0" name="Google Shape;190;p26"/>
          <p:cNvSpPr txBox="1">
            <a:spLocks noGrp="1"/>
          </p:cNvSpPr>
          <p:nvPr>
            <p:ph type="subTitle" idx="3"/>
          </p:nvPr>
        </p:nvSpPr>
        <p:spPr>
          <a:xfrm>
            <a:off x="720000" y="2761650"/>
            <a:ext cx="4306800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1" name="Google Shape;191;p26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3292763"/>
            <a:ext cx="4032600" cy="8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2" name="Google Shape;192;p26"/>
          <p:cNvSpPr txBox="1">
            <a:spLocks noGrp="1"/>
          </p:cNvSpPr>
          <p:nvPr>
            <p:ph type="subTitle" idx="5"/>
          </p:nvPr>
        </p:nvSpPr>
        <p:spPr>
          <a:xfrm>
            <a:off x="720000" y="4098863"/>
            <a:ext cx="4310400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16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>
            <a:spLocks noGrp="1"/>
          </p:cNvSpPr>
          <p:nvPr>
            <p:ph type="title" hasCustomPrompt="1"/>
          </p:nvPr>
        </p:nvSpPr>
        <p:spPr>
          <a:xfrm>
            <a:off x="2173825" y="618350"/>
            <a:ext cx="4796400" cy="8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5" name="Google Shape;195;p27"/>
          <p:cNvSpPr txBox="1">
            <a:spLocks noGrp="1"/>
          </p:cNvSpPr>
          <p:nvPr>
            <p:ph type="subTitle" idx="1"/>
          </p:nvPr>
        </p:nvSpPr>
        <p:spPr>
          <a:xfrm>
            <a:off x="2418600" y="1424438"/>
            <a:ext cx="4306800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title" idx="2" hasCustomPrompt="1"/>
          </p:nvPr>
        </p:nvSpPr>
        <p:spPr>
          <a:xfrm>
            <a:off x="2173825" y="1955550"/>
            <a:ext cx="4796400" cy="8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7" name="Google Shape;197;p27"/>
          <p:cNvSpPr txBox="1">
            <a:spLocks noGrp="1"/>
          </p:cNvSpPr>
          <p:nvPr>
            <p:ph type="subTitle" idx="3"/>
          </p:nvPr>
        </p:nvSpPr>
        <p:spPr>
          <a:xfrm>
            <a:off x="2418600" y="2761650"/>
            <a:ext cx="4306800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8" name="Google Shape;198;p27"/>
          <p:cNvSpPr txBox="1">
            <a:spLocks noGrp="1"/>
          </p:cNvSpPr>
          <p:nvPr>
            <p:ph type="title" idx="4" hasCustomPrompt="1"/>
          </p:nvPr>
        </p:nvSpPr>
        <p:spPr>
          <a:xfrm>
            <a:off x="2173825" y="3292775"/>
            <a:ext cx="4796400" cy="8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9" name="Google Shape;199;p27"/>
          <p:cNvSpPr txBox="1">
            <a:spLocks noGrp="1"/>
          </p:cNvSpPr>
          <p:nvPr>
            <p:ph type="subTitle" idx="5"/>
          </p:nvPr>
        </p:nvSpPr>
        <p:spPr>
          <a:xfrm>
            <a:off x="2416800" y="4098863"/>
            <a:ext cx="4310400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0" name="Google Shape;200;p27"/>
          <p:cNvSpPr/>
          <p:nvPr/>
        </p:nvSpPr>
        <p:spPr>
          <a:xfrm>
            <a:off x="6529475" y="288180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7"/>
          <p:cNvSpPr/>
          <p:nvPr/>
        </p:nvSpPr>
        <p:spPr>
          <a:xfrm rot="10800000">
            <a:off x="-26925" y="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Idea 1">
  <p:cSld name="CUSTOM_17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720200" y="1164863"/>
            <a:ext cx="77037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1"/>
          </p:nvPr>
        </p:nvSpPr>
        <p:spPr>
          <a:xfrm>
            <a:off x="1077275" y="2811800"/>
            <a:ext cx="6989400" cy="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5" name="Google Shape;205;p28"/>
          <p:cNvSpPr/>
          <p:nvPr/>
        </p:nvSpPr>
        <p:spPr>
          <a:xfrm rot="10800000" flipH="1">
            <a:off x="5926348" y="-161"/>
            <a:ext cx="3257067" cy="278893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8"/>
          <p:cNvSpPr/>
          <p:nvPr/>
        </p:nvSpPr>
        <p:spPr>
          <a:xfrm flipH="1">
            <a:off x="-81629" y="2108226"/>
            <a:ext cx="2588131" cy="3035287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CUSTOM_12_1_1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/>
          <p:nvPr/>
        </p:nvSpPr>
        <p:spPr>
          <a:xfrm rot="-308942" flipH="1">
            <a:off x="-3720467" y="2064870"/>
            <a:ext cx="6814520" cy="4668992"/>
          </a:xfrm>
          <a:custGeom>
            <a:avLst/>
            <a:gdLst/>
            <a:ahLst/>
            <a:cxnLst/>
            <a:rect l="l" t="t" r="r" b="b"/>
            <a:pathLst>
              <a:path w="131806" h="90303" extrusionOk="0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9"/>
          <p:cNvSpPr txBox="1">
            <a:spLocks noGrp="1"/>
          </p:cNvSpPr>
          <p:nvPr>
            <p:ph type="title"/>
          </p:nvPr>
        </p:nvSpPr>
        <p:spPr>
          <a:xfrm>
            <a:off x="1894375" y="777213"/>
            <a:ext cx="5355300" cy="17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9"/>
          <p:cNvSpPr txBox="1">
            <a:spLocks noGrp="1"/>
          </p:cNvSpPr>
          <p:nvPr>
            <p:ph type="subTitle" idx="1"/>
          </p:nvPr>
        </p:nvSpPr>
        <p:spPr>
          <a:xfrm>
            <a:off x="1894400" y="2783488"/>
            <a:ext cx="5355300" cy="15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1" name="Google Shape;211;p29"/>
          <p:cNvSpPr/>
          <p:nvPr/>
        </p:nvSpPr>
        <p:spPr>
          <a:xfrm rot="-308942" flipH="1">
            <a:off x="5694383" y="1900070"/>
            <a:ext cx="6814520" cy="4668992"/>
          </a:xfrm>
          <a:custGeom>
            <a:avLst/>
            <a:gdLst/>
            <a:ahLst/>
            <a:cxnLst/>
            <a:rect l="l" t="t" r="r" b="b"/>
            <a:pathLst>
              <a:path w="131806" h="90303" extrusionOk="0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2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/>
          <p:nvPr/>
        </p:nvSpPr>
        <p:spPr>
          <a:xfrm>
            <a:off x="3218002" y="0"/>
            <a:ext cx="6007006" cy="5143633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0"/>
          <p:cNvSpPr txBox="1">
            <a:spLocks noGrp="1"/>
          </p:cNvSpPr>
          <p:nvPr>
            <p:ph type="title"/>
          </p:nvPr>
        </p:nvSpPr>
        <p:spPr>
          <a:xfrm>
            <a:off x="720000" y="472800"/>
            <a:ext cx="3750000" cy="13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30"/>
          <p:cNvSpPr txBox="1">
            <a:spLocks noGrp="1"/>
          </p:cNvSpPr>
          <p:nvPr>
            <p:ph type="subTitle" idx="1"/>
          </p:nvPr>
        </p:nvSpPr>
        <p:spPr>
          <a:xfrm>
            <a:off x="720000" y="1783875"/>
            <a:ext cx="3750000" cy="28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/>
          <p:nvPr/>
        </p:nvSpPr>
        <p:spPr>
          <a:xfrm rot="10800000" flipH="1">
            <a:off x="6529475" y="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31"/>
          <p:cNvSpPr/>
          <p:nvPr/>
        </p:nvSpPr>
        <p:spPr>
          <a:xfrm flipH="1">
            <a:off x="-32213" y="2948675"/>
            <a:ext cx="2861488" cy="2206336"/>
          </a:xfrm>
          <a:custGeom>
            <a:avLst/>
            <a:gdLst/>
            <a:ahLst/>
            <a:cxnLst/>
            <a:rect l="l" t="t" r="r" b="b"/>
            <a:pathLst>
              <a:path w="86144" h="55786" extrusionOk="0">
                <a:moveTo>
                  <a:pt x="73909" y="1"/>
                </a:moveTo>
                <a:cubicBezTo>
                  <a:pt x="70234" y="1"/>
                  <a:pt x="66970" y="640"/>
                  <a:pt x="66149" y="2785"/>
                </a:cubicBezTo>
                <a:cubicBezTo>
                  <a:pt x="64154" y="7945"/>
                  <a:pt x="83985" y="13331"/>
                  <a:pt x="52678" y="13331"/>
                </a:cubicBezTo>
                <a:cubicBezTo>
                  <a:pt x="51023" y="13331"/>
                  <a:pt x="49224" y="13316"/>
                  <a:pt x="47272" y="13285"/>
                </a:cubicBezTo>
                <a:cubicBezTo>
                  <a:pt x="46348" y="13271"/>
                  <a:pt x="45442" y="13264"/>
                  <a:pt x="44552" y="13264"/>
                </a:cubicBezTo>
                <a:cubicBezTo>
                  <a:pt x="8006" y="13264"/>
                  <a:pt x="1" y="24880"/>
                  <a:pt x="1" y="24880"/>
                </a:cubicBezTo>
                <a:cubicBezTo>
                  <a:pt x="4383" y="30883"/>
                  <a:pt x="35517" y="22712"/>
                  <a:pt x="37183" y="37936"/>
                </a:cubicBezTo>
                <a:cubicBezTo>
                  <a:pt x="38849" y="53138"/>
                  <a:pt x="5068" y="55786"/>
                  <a:pt x="5068" y="55786"/>
                </a:cubicBezTo>
                <a:lnTo>
                  <a:pt x="86144" y="55786"/>
                </a:lnTo>
                <a:lnTo>
                  <a:pt x="86144" y="1530"/>
                </a:lnTo>
                <a:cubicBezTo>
                  <a:pt x="86144" y="1530"/>
                  <a:pt x="79547" y="1"/>
                  <a:pt x="739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_1_1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32"/>
          <p:cNvSpPr/>
          <p:nvPr/>
        </p:nvSpPr>
        <p:spPr>
          <a:xfrm>
            <a:off x="3213198" y="1160552"/>
            <a:ext cx="6007006" cy="3983181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32"/>
          <p:cNvSpPr/>
          <p:nvPr/>
        </p:nvSpPr>
        <p:spPr>
          <a:xfrm flipH="1">
            <a:off x="-96779" y="1160552"/>
            <a:ext cx="6007006" cy="3983181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4_1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/>
          <p:nvPr/>
        </p:nvSpPr>
        <p:spPr>
          <a:xfrm rot="10800000">
            <a:off x="-269600" y="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3"/>
          <p:cNvSpPr/>
          <p:nvPr/>
        </p:nvSpPr>
        <p:spPr>
          <a:xfrm>
            <a:off x="3213202" y="0"/>
            <a:ext cx="6007006" cy="5143633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/>
          <p:nvPr/>
        </p:nvSpPr>
        <p:spPr>
          <a:xfrm flipH="1">
            <a:off x="-103014" y="277900"/>
            <a:ext cx="6568991" cy="4899985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4"/>
          <p:cNvSpPr/>
          <p:nvPr/>
        </p:nvSpPr>
        <p:spPr>
          <a:xfrm rot="308951">
            <a:off x="4919350" y="768038"/>
            <a:ext cx="3664166" cy="2510395"/>
          </a:xfrm>
          <a:custGeom>
            <a:avLst/>
            <a:gdLst/>
            <a:ahLst/>
            <a:cxnLst/>
            <a:rect l="l" t="t" r="r" b="b"/>
            <a:pathLst>
              <a:path w="131806" h="90303" extrusionOk="0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34"/>
          <p:cNvSpPr txBox="1">
            <a:spLocks noGrp="1"/>
          </p:cNvSpPr>
          <p:nvPr>
            <p:ph type="title"/>
          </p:nvPr>
        </p:nvSpPr>
        <p:spPr>
          <a:xfrm flipH="1">
            <a:off x="691636" y="1952725"/>
            <a:ext cx="3523500" cy="13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2" name="Google Shape;232;p3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91361" y="1107775"/>
            <a:ext cx="13665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3" name="Google Shape;233;p34"/>
          <p:cNvSpPr txBox="1">
            <a:spLocks noGrp="1"/>
          </p:cNvSpPr>
          <p:nvPr>
            <p:ph type="subTitle" idx="1"/>
          </p:nvPr>
        </p:nvSpPr>
        <p:spPr>
          <a:xfrm flipH="1">
            <a:off x="691361" y="3578575"/>
            <a:ext cx="2824800" cy="5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_NUMBER_1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>
            <a:spLocks noGrp="1"/>
          </p:cNvSpPr>
          <p:nvPr>
            <p:ph type="title" hasCustomPrompt="1"/>
          </p:nvPr>
        </p:nvSpPr>
        <p:spPr>
          <a:xfrm>
            <a:off x="623250" y="1691963"/>
            <a:ext cx="6883500" cy="13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10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6" name="Google Shape;236;p35"/>
          <p:cNvSpPr txBox="1">
            <a:spLocks noGrp="1"/>
          </p:cNvSpPr>
          <p:nvPr>
            <p:ph type="subTitle" idx="1"/>
          </p:nvPr>
        </p:nvSpPr>
        <p:spPr>
          <a:xfrm>
            <a:off x="720000" y="3025225"/>
            <a:ext cx="4306800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7" name="Google Shape;237;p35"/>
          <p:cNvSpPr/>
          <p:nvPr/>
        </p:nvSpPr>
        <p:spPr>
          <a:xfrm>
            <a:off x="3213202" y="0"/>
            <a:ext cx="6007006" cy="5143633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_NUMBER_1_1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/>
          <p:nvPr/>
        </p:nvSpPr>
        <p:spPr>
          <a:xfrm flipH="1">
            <a:off x="-158573" y="48075"/>
            <a:ext cx="6007006" cy="5143633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6"/>
          <p:cNvSpPr txBox="1">
            <a:spLocks noGrp="1"/>
          </p:cNvSpPr>
          <p:nvPr>
            <p:ph type="title" hasCustomPrompt="1"/>
          </p:nvPr>
        </p:nvSpPr>
        <p:spPr>
          <a:xfrm>
            <a:off x="3713475" y="1691975"/>
            <a:ext cx="4938600" cy="13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9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1" name="Google Shape;241;p36"/>
          <p:cNvSpPr txBox="1">
            <a:spLocks noGrp="1"/>
          </p:cNvSpPr>
          <p:nvPr>
            <p:ph type="subTitle" idx="1"/>
          </p:nvPr>
        </p:nvSpPr>
        <p:spPr>
          <a:xfrm>
            <a:off x="3810225" y="3025225"/>
            <a:ext cx="4306800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6_1_3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/>
          <p:nvPr/>
        </p:nvSpPr>
        <p:spPr>
          <a:xfrm>
            <a:off x="3289375" y="54471"/>
            <a:ext cx="5952938" cy="509733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7"/>
          <p:cNvSpPr txBox="1">
            <a:spLocks noGrp="1"/>
          </p:cNvSpPr>
          <p:nvPr>
            <p:ph type="title"/>
          </p:nvPr>
        </p:nvSpPr>
        <p:spPr>
          <a:xfrm>
            <a:off x="720000" y="54655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7"/>
          <p:cNvSpPr txBox="1">
            <a:spLocks noGrp="1"/>
          </p:cNvSpPr>
          <p:nvPr>
            <p:ph type="subTitle" idx="1"/>
          </p:nvPr>
        </p:nvSpPr>
        <p:spPr>
          <a:xfrm>
            <a:off x="720000" y="340045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6" name="Google Shape;246;p37"/>
          <p:cNvSpPr txBox="1">
            <a:spLocks noGrp="1"/>
          </p:cNvSpPr>
          <p:nvPr>
            <p:ph type="subTitle" idx="2"/>
          </p:nvPr>
        </p:nvSpPr>
        <p:spPr>
          <a:xfrm>
            <a:off x="3433200" y="340045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7" name="Google Shape;247;p37"/>
          <p:cNvSpPr txBox="1">
            <a:spLocks noGrp="1"/>
          </p:cNvSpPr>
          <p:nvPr>
            <p:ph type="subTitle" idx="3"/>
          </p:nvPr>
        </p:nvSpPr>
        <p:spPr>
          <a:xfrm>
            <a:off x="6146400" y="340045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8" name="Google Shape;248;p37"/>
          <p:cNvSpPr txBox="1">
            <a:spLocks noGrp="1"/>
          </p:cNvSpPr>
          <p:nvPr>
            <p:ph type="subTitle" idx="4"/>
          </p:nvPr>
        </p:nvSpPr>
        <p:spPr>
          <a:xfrm>
            <a:off x="999100" y="3775775"/>
            <a:ext cx="1719300" cy="69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9" name="Google Shape;249;p37"/>
          <p:cNvSpPr txBox="1">
            <a:spLocks noGrp="1"/>
          </p:cNvSpPr>
          <p:nvPr>
            <p:ph type="subTitle" idx="5"/>
          </p:nvPr>
        </p:nvSpPr>
        <p:spPr>
          <a:xfrm>
            <a:off x="3712350" y="3775775"/>
            <a:ext cx="1719300" cy="69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0" name="Google Shape;250;p37"/>
          <p:cNvSpPr txBox="1">
            <a:spLocks noGrp="1"/>
          </p:cNvSpPr>
          <p:nvPr>
            <p:ph type="subTitle" idx="6"/>
          </p:nvPr>
        </p:nvSpPr>
        <p:spPr>
          <a:xfrm>
            <a:off x="6425550" y="3775775"/>
            <a:ext cx="1719300" cy="69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1" name="Google Shape;251;p37"/>
          <p:cNvSpPr txBox="1">
            <a:spLocks noGrp="1"/>
          </p:cNvSpPr>
          <p:nvPr>
            <p:ph type="subTitle" idx="7"/>
          </p:nvPr>
        </p:nvSpPr>
        <p:spPr>
          <a:xfrm>
            <a:off x="720000" y="167875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2" name="Google Shape;252;p37"/>
          <p:cNvSpPr txBox="1">
            <a:spLocks noGrp="1"/>
          </p:cNvSpPr>
          <p:nvPr>
            <p:ph type="subTitle" idx="8"/>
          </p:nvPr>
        </p:nvSpPr>
        <p:spPr>
          <a:xfrm>
            <a:off x="3433200" y="167875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3" name="Google Shape;253;p37"/>
          <p:cNvSpPr txBox="1">
            <a:spLocks noGrp="1"/>
          </p:cNvSpPr>
          <p:nvPr>
            <p:ph type="subTitle" idx="9"/>
          </p:nvPr>
        </p:nvSpPr>
        <p:spPr>
          <a:xfrm>
            <a:off x="6146400" y="167875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4" name="Google Shape;254;p37"/>
          <p:cNvSpPr txBox="1">
            <a:spLocks noGrp="1"/>
          </p:cNvSpPr>
          <p:nvPr>
            <p:ph type="subTitle" idx="13"/>
          </p:nvPr>
        </p:nvSpPr>
        <p:spPr>
          <a:xfrm>
            <a:off x="999100" y="2054075"/>
            <a:ext cx="1719300" cy="69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5" name="Google Shape;255;p37"/>
          <p:cNvSpPr txBox="1">
            <a:spLocks noGrp="1"/>
          </p:cNvSpPr>
          <p:nvPr>
            <p:ph type="subTitle" idx="14"/>
          </p:nvPr>
        </p:nvSpPr>
        <p:spPr>
          <a:xfrm>
            <a:off x="3712350" y="2054075"/>
            <a:ext cx="1719300" cy="69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6" name="Google Shape;256;p37"/>
          <p:cNvSpPr txBox="1">
            <a:spLocks noGrp="1"/>
          </p:cNvSpPr>
          <p:nvPr>
            <p:ph type="subTitle" idx="15"/>
          </p:nvPr>
        </p:nvSpPr>
        <p:spPr>
          <a:xfrm>
            <a:off x="6425550" y="2054075"/>
            <a:ext cx="1719300" cy="69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0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/>
          <p:nvPr/>
        </p:nvSpPr>
        <p:spPr>
          <a:xfrm rot="308984">
            <a:off x="-1672431" y="154281"/>
            <a:ext cx="8069112" cy="5528315"/>
          </a:xfrm>
          <a:custGeom>
            <a:avLst/>
            <a:gdLst/>
            <a:ahLst/>
            <a:cxnLst/>
            <a:rect l="l" t="t" r="r" b="b"/>
            <a:pathLst>
              <a:path w="131806" h="90303" extrusionOk="0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38"/>
          <p:cNvSpPr txBox="1">
            <a:spLocks noGrp="1"/>
          </p:cNvSpPr>
          <p:nvPr>
            <p:ph type="title"/>
          </p:nvPr>
        </p:nvSpPr>
        <p:spPr>
          <a:xfrm>
            <a:off x="720000" y="1499616"/>
            <a:ext cx="2336100" cy="7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38"/>
          <p:cNvSpPr txBox="1">
            <a:spLocks noGrp="1"/>
          </p:cNvSpPr>
          <p:nvPr>
            <p:ph type="subTitle" idx="1"/>
          </p:nvPr>
        </p:nvSpPr>
        <p:spPr>
          <a:xfrm>
            <a:off x="720000" y="2185050"/>
            <a:ext cx="2555100" cy="14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10_1_2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/>
          <p:nvPr/>
        </p:nvSpPr>
        <p:spPr>
          <a:xfrm rot="-308984" flipH="1">
            <a:off x="2296794" y="154281"/>
            <a:ext cx="8069112" cy="5528315"/>
          </a:xfrm>
          <a:custGeom>
            <a:avLst/>
            <a:gdLst/>
            <a:ahLst/>
            <a:cxnLst/>
            <a:rect l="l" t="t" r="r" b="b"/>
            <a:pathLst>
              <a:path w="131806" h="90303" extrusionOk="0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39"/>
          <p:cNvSpPr txBox="1">
            <a:spLocks noGrp="1"/>
          </p:cNvSpPr>
          <p:nvPr>
            <p:ph type="title"/>
          </p:nvPr>
        </p:nvSpPr>
        <p:spPr>
          <a:xfrm flipH="1">
            <a:off x="5964300" y="1499616"/>
            <a:ext cx="2336100" cy="7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39"/>
          <p:cNvSpPr txBox="1">
            <a:spLocks noGrp="1"/>
          </p:cNvSpPr>
          <p:nvPr>
            <p:ph type="subTitle" idx="1"/>
          </p:nvPr>
        </p:nvSpPr>
        <p:spPr>
          <a:xfrm flipH="1">
            <a:off x="5745300" y="2185050"/>
            <a:ext cx="2555100" cy="14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10_1_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/>
          <p:nvPr/>
        </p:nvSpPr>
        <p:spPr>
          <a:xfrm rot="-308984" flipH="1">
            <a:off x="200619" y="1700306"/>
            <a:ext cx="8069112" cy="5528315"/>
          </a:xfrm>
          <a:custGeom>
            <a:avLst/>
            <a:gdLst/>
            <a:ahLst/>
            <a:cxnLst/>
            <a:rect l="l" t="t" r="r" b="b"/>
            <a:pathLst>
              <a:path w="131806" h="90303" extrusionOk="0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40"/>
          <p:cNvSpPr txBox="1">
            <a:spLocks noGrp="1"/>
          </p:cNvSpPr>
          <p:nvPr>
            <p:ph type="subTitle" idx="1"/>
          </p:nvPr>
        </p:nvSpPr>
        <p:spPr>
          <a:xfrm>
            <a:off x="762075" y="2221350"/>
            <a:ext cx="2354400" cy="9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68" name="Google Shape;268;p4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2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1"/>
          <p:cNvSpPr/>
          <p:nvPr/>
        </p:nvSpPr>
        <p:spPr>
          <a:xfrm flipH="1">
            <a:off x="-26925" y="288180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41"/>
          <p:cNvSpPr/>
          <p:nvPr/>
        </p:nvSpPr>
        <p:spPr>
          <a:xfrm rot="10800000" flipH="1">
            <a:off x="6529475" y="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4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41"/>
          <p:cNvSpPr txBox="1">
            <a:spLocks noGrp="1"/>
          </p:cNvSpPr>
          <p:nvPr>
            <p:ph type="subTitle" idx="1"/>
          </p:nvPr>
        </p:nvSpPr>
        <p:spPr>
          <a:xfrm>
            <a:off x="2076600" y="3466325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4" name="Google Shape;274;p41"/>
          <p:cNvSpPr txBox="1">
            <a:spLocks noGrp="1"/>
          </p:cNvSpPr>
          <p:nvPr>
            <p:ph type="subTitle" idx="2"/>
          </p:nvPr>
        </p:nvSpPr>
        <p:spPr>
          <a:xfrm>
            <a:off x="4789800" y="3466325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5" name="Google Shape;275;p41"/>
          <p:cNvSpPr txBox="1">
            <a:spLocks noGrp="1"/>
          </p:cNvSpPr>
          <p:nvPr>
            <p:ph type="subTitle" idx="3"/>
          </p:nvPr>
        </p:nvSpPr>
        <p:spPr>
          <a:xfrm>
            <a:off x="2076600" y="3841575"/>
            <a:ext cx="22776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6" name="Google Shape;276;p41"/>
          <p:cNvSpPr txBox="1">
            <a:spLocks noGrp="1"/>
          </p:cNvSpPr>
          <p:nvPr>
            <p:ph type="subTitle" idx="4"/>
          </p:nvPr>
        </p:nvSpPr>
        <p:spPr>
          <a:xfrm>
            <a:off x="4789800" y="3841575"/>
            <a:ext cx="22776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_AND_TWO_COLUMNS_2_1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/>
          <p:nvPr/>
        </p:nvSpPr>
        <p:spPr>
          <a:xfrm flipH="1">
            <a:off x="-26925" y="288180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42"/>
          <p:cNvSpPr/>
          <p:nvPr/>
        </p:nvSpPr>
        <p:spPr>
          <a:xfrm rot="10800000" flipH="1">
            <a:off x="6529475" y="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4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42"/>
          <p:cNvSpPr txBox="1">
            <a:spLocks noGrp="1"/>
          </p:cNvSpPr>
          <p:nvPr>
            <p:ph type="subTitle" idx="1"/>
          </p:nvPr>
        </p:nvSpPr>
        <p:spPr>
          <a:xfrm>
            <a:off x="720000" y="329975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2" name="Google Shape;282;p42"/>
          <p:cNvSpPr txBox="1">
            <a:spLocks noGrp="1"/>
          </p:cNvSpPr>
          <p:nvPr>
            <p:ph type="subTitle" idx="2"/>
          </p:nvPr>
        </p:nvSpPr>
        <p:spPr>
          <a:xfrm>
            <a:off x="3433200" y="334005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3" name="Google Shape;283;p42"/>
          <p:cNvSpPr txBox="1">
            <a:spLocks noGrp="1"/>
          </p:cNvSpPr>
          <p:nvPr>
            <p:ph type="subTitle" idx="3"/>
          </p:nvPr>
        </p:nvSpPr>
        <p:spPr>
          <a:xfrm>
            <a:off x="720000" y="3713150"/>
            <a:ext cx="22776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4" name="Google Shape;284;p42"/>
          <p:cNvSpPr txBox="1">
            <a:spLocks noGrp="1"/>
          </p:cNvSpPr>
          <p:nvPr>
            <p:ph type="subTitle" idx="4"/>
          </p:nvPr>
        </p:nvSpPr>
        <p:spPr>
          <a:xfrm>
            <a:off x="3433200" y="3713150"/>
            <a:ext cx="22776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5" name="Google Shape;285;p42"/>
          <p:cNvSpPr txBox="1">
            <a:spLocks noGrp="1"/>
          </p:cNvSpPr>
          <p:nvPr>
            <p:ph type="subTitle" idx="5"/>
          </p:nvPr>
        </p:nvSpPr>
        <p:spPr>
          <a:xfrm>
            <a:off x="6146400" y="3299750"/>
            <a:ext cx="2277600" cy="3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1"/>
                </a:solidFill>
                <a:latin typeface="Overpass ExtraBold"/>
                <a:ea typeface="Overpass ExtraBold"/>
                <a:cs typeface="Overpass ExtraBold"/>
                <a:sym typeface="Overpas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6" name="Google Shape;286;p42"/>
          <p:cNvSpPr txBox="1">
            <a:spLocks noGrp="1"/>
          </p:cNvSpPr>
          <p:nvPr>
            <p:ph type="subTitle" idx="6"/>
          </p:nvPr>
        </p:nvSpPr>
        <p:spPr>
          <a:xfrm>
            <a:off x="6146400" y="3713150"/>
            <a:ext cx="22776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_AND_BODY_1">
    <p:bg>
      <p:bgPr>
        <a:solidFill>
          <a:schemeClr val="lt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/>
          <p:nvPr/>
        </p:nvSpPr>
        <p:spPr>
          <a:xfrm>
            <a:off x="-881225" y="1272176"/>
            <a:ext cx="7340216" cy="4171360"/>
          </a:xfrm>
          <a:custGeom>
            <a:avLst/>
            <a:gdLst/>
            <a:ahLst/>
            <a:cxnLst/>
            <a:rect l="l" t="t" r="r" b="b"/>
            <a:pathLst>
              <a:path w="135616" h="77069" extrusionOk="0">
                <a:moveTo>
                  <a:pt x="110703" y="61981"/>
                </a:moveTo>
                <a:cubicBezTo>
                  <a:pt x="106869" y="63560"/>
                  <a:pt x="102909" y="64888"/>
                  <a:pt x="99275" y="66893"/>
                </a:cubicBezTo>
                <a:cubicBezTo>
                  <a:pt x="94688" y="69400"/>
                  <a:pt x="90854" y="72633"/>
                  <a:pt x="85640" y="73961"/>
                </a:cubicBezTo>
                <a:cubicBezTo>
                  <a:pt x="82132" y="74863"/>
                  <a:pt x="78397" y="74838"/>
                  <a:pt x="74813" y="75339"/>
                </a:cubicBezTo>
                <a:cubicBezTo>
                  <a:pt x="70878" y="75891"/>
                  <a:pt x="66944" y="76542"/>
                  <a:pt x="62984" y="76793"/>
                </a:cubicBezTo>
                <a:cubicBezTo>
                  <a:pt x="62733" y="76818"/>
                  <a:pt x="62482" y="76818"/>
                  <a:pt x="62257" y="76818"/>
                </a:cubicBezTo>
                <a:cubicBezTo>
                  <a:pt x="61004" y="76893"/>
                  <a:pt x="59776" y="76943"/>
                  <a:pt x="58548" y="76969"/>
                </a:cubicBezTo>
                <a:cubicBezTo>
                  <a:pt x="58322" y="76994"/>
                  <a:pt x="58071" y="76994"/>
                  <a:pt x="57846" y="76994"/>
                </a:cubicBezTo>
                <a:cubicBezTo>
                  <a:pt x="57595" y="76994"/>
                  <a:pt x="57370" y="76994"/>
                  <a:pt x="57119" y="76994"/>
                </a:cubicBezTo>
                <a:cubicBezTo>
                  <a:pt x="56868" y="77019"/>
                  <a:pt x="56618" y="77019"/>
                  <a:pt x="56342" y="77019"/>
                </a:cubicBezTo>
                <a:cubicBezTo>
                  <a:pt x="41129" y="77069"/>
                  <a:pt x="25039" y="74262"/>
                  <a:pt x="12582" y="65039"/>
                </a:cubicBezTo>
                <a:cubicBezTo>
                  <a:pt x="10753" y="63660"/>
                  <a:pt x="8948" y="62131"/>
                  <a:pt x="7946" y="60076"/>
                </a:cubicBezTo>
                <a:cubicBezTo>
                  <a:pt x="7094" y="58322"/>
                  <a:pt x="6918" y="56342"/>
                  <a:pt x="6517" y="54437"/>
                </a:cubicBezTo>
                <a:cubicBezTo>
                  <a:pt x="6041" y="52282"/>
                  <a:pt x="5164" y="50302"/>
                  <a:pt x="3435" y="48848"/>
                </a:cubicBezTo>
                <a:cubicBezTo>
                  <a:pt x="1104" y="46893"/>
                  <a:pt x="1" y="45916"/>
                  <a:pt x="1229" y="42758"/>
                </a:cubicBezTo>
                <a:cubicBezTo>
                  <a:pt x="5089" y="32733"/>
                  <a:pt x="12432" y="24261"/>
                  <a:pt x="21154" y="17996"/>
                </a:cubicBezTo>
                <a:cubicBezTo>
                  <a:pt x="33309" y="9249"/>
                  <a:pt x="48172" y="4286"/>
                  <a:pt x="62808" y="1880"/>
                </a:cubicBezTo>
                <a:cubicBezTo>
                  <a:pt x="70979" y="527"/>
                  <a:pt x="79300" y="1"/>
                  <a:pt x="87595" y="452"/>
                </a:cubicBezTo>
                <a:cubicBezTo>
                  <a:pt x="89575" y="552"/>
                  <a:pt x="91555" y="702"/>
                  <a:pt x="93510" y="928"/>
                </a:cubicBezTo>
                <a:cubicBezTo>
                  <a:pt x="95390" y="1129"/>
                  <a:pt x="97295" y="1605"/>
                  <a:pt x="99149" y="1555"/>
                </a:cubicBezTo>
                <a:cubicBezTo>
                  <a:pt x="103861" y="1404"/>
                  <a:pt x="108874" y="2306"/>
                  <a:pt x="113360" y="3660"/>
                </a:cubicBezTo>
                <a:cubicBezTo>
                  <a:pt x="116367" y="4562"/>
                  <a:pt x="120854" y="5489"/>
                  <a:pt x="122132" y="8773"/>
                </a:cubicBezTo>
                <a:cubicBezTo>
                  <a:pt x="122558" y="9825"/>
                  <a:pt x="123009" y="10778"/>
                  <a:pt x="123736" y="11655"/>
                </a:cubicBezTo>
                <a:cubicBezTo>
                  <a:pt x="124789" y="13008"/>
                  <a:pt x="126493" y="13184"/>
                  <a:pt x="127871" y="13961"/>
                </a:cubicBezTo>
                <a:cubicBezTo>
                  <a:pt x="129400" y="14838"/>
                  <a:pt x="130754" y="16041"/>
                  <a:pt x="131781" y="17469"/>
                </a:cubicBezTo>
                <a:cubicBezTo>
                  <a:pt x="133285" y="19500"/>
                  <a:pt x="134137" y="21956"/>
                  <a:pt x="134563" y="24462"/>
                </a:cubicBezTo>
                <a:cubicBezTo>
                  <a:pt x="135290" y="28372"/>
                  <a:pt x="135616" y="32833"/>
                  <a:pt x="134638" y="36718"/>
                </a:cubicBezTo>
                <a:cubicBezTo>
                  <a:pt x="133636" y="40653"/>
                  <a:pt x="131706" y="44287"/>
                  <a:pt x="129325" y="47520"/>
                </a:cubicBezTo>
                <a:cubicBezTo>
                  <a:pt x="125114" y="53209"/>
                  <a:pt x="119701" y="57896"/>
                  <a:pt x="113285" y="60878"/>
                </a:cubicBezTo>
                <a:cubicBezTo>
                  <a:pt x="112433" y="61254"/>
                  <a:pt x="111555" y="61630"/>
                  <a:pt x="110703" y="6198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43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200"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TWO_COLUMNS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/>
          <p:nvPr/>
        </p:nvSpPr>
        <p:spPr>
          <a:xfrm flipH="1">
            <a:off x="-26925" y="288180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44"/>
          <p:cNvSpPr/>
          <p:nvPr/>
        </p:nvSpPr>
        <p:spPr>
          <a:xfrm rot="10800000" flipH="1">
            <a:off x="6529475" y="0"/>
            <a:ext cx="2650881" cy="226987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44"/>
          <p:cNvSpPr txBox="1">
            <a:spLocks noGrp="1"/>
          </p:cNvSpPr>
          <p:nvPr>
            <p:ph type="subTitle" idx="1"/>
          </p:nvPr>
        </p:nvSpPr>
        <p:spPr>
          <a:xfrm>
            <a:off x="720000" y="1346700"/>
            <a:ext cx="3721800" cy="32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00"/>
            </a:lvl9pPr>
          </a:lstStyle>
          <a:p>
            <a:endParaRPr/>
          </a:p>
        </p:txBody>
      </p:sp>
      <p:sp>
        <p:nvSpPr>
          <p:cNvPr id="296" name="Google Shape;296;p44"/>
          <p:cNvSpPr txBox="1">
            <a:spLocks noGrp="1"/>
          </p:cNvSpPr>
          <p:nvPr>
            <p:ph type="subTitle" idx="2"/>
          </p:nvPr>
        </p:nvSpPr>
        <p:spPr>
          <a:xfrm>
            <a:off x="4702225" y="1346700"/>
            <a:ext cx="3721800" cy="32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3_1_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45"/>
          <p:cNvGrpSpPr/>
          <p:nvPr/>
        </p:nvGrpSpPr>
        <p:grpSpPr>
          <a:xfrm>
            <a:off x="3215200" y="0"/>
            <a:ext cx="6007006" cy="5143633"/>
            <a:chOff x="3215200" y="0"/>
            <a:chExt cx="6007006" cy="5143633"/>
          </a:xfrm>
        </p:grpSpPr>
        <p:sp>
          <p:nvSpPr>
            <p:cNvPr id="299" name="Google Shape;299;p45"/>
            <p:cNvSpPr/>
            <p:nvPr/>
          </p:nvSpPr>
          <p:spPr>
            <a:xfrm>
              <a:off x="3215200" y="0"/>
              <a:ext cx="6007006" cy="5143633"/>
            </a:xfrm>
            <a:custGeom>
              <a:avLst/>
              <a:gdLst/>
              <a:ahLst/>
              <a:cxnLst/>
              <a:rect l="l" t="t" r="r" b="b"/>
              <a:pathLst>
                <a:path w="157861" h="135172" extrusionOk="0">
                  <a:moveTo>
                    <a:pt x="144416" y="32024"/>
                  </a:moveTo>
                  <a:cubicBezTo>
                    <a:pt x="149529" y="48436"/>
                    <a:pt x="157860" y="81258"/>
                    <a:pt x="121477" y="72699"/>
                  </a:cubicBezTo>
                  <a:lnTo>
                    <a:pt x="121477" y="72699"/>
                  </a:lnTo>
                  <a:cubicBezTo>
                    <a:pt x="84386" y="63980"/>
                    <a:pt x="66856" y="57292"/>
                    <a:pt x="69001" y="77287"/>
                  </a:cubicBezTo>
                  <a:lnTo>
                    <a:pt x="69001" y="77287"/>
                  </a:lnTo>
                  <a:cubicBezTo>
                    <a:pt x="71010" y="95958"/>
                    <a:pt x="57155" y="92580"/>
                    <a:pt x="46518" y="89795"/>
                  </a:cubicBezTo>
                  <a:lnTo>
                    <a:pt x="46518" y="89795"/>
                  </a:lnTo>
                  <a:cubicBezTo>
                    <a:pt x="38050" y="87581"/>
                    <a:pt x="23419" y="86531"/>
                    <a:pt x="20018" y="94451"/>
                  </a:cubicBezTo>
                  <a:lnTo>
                    <a:pt x="20018" y="94451"/>
                  </a:lnTo>
                  <a:cubicBezTo>
                    <a:pt x="18671" y="97533"/>
                    <a:pt x="19813" y="102052"/>
                    <a:pt x="25063" y="108489"/>
                  </a:cubicBezTo>
                  <a:lnTo>
                    <a:pt x="25063" y="108489"/>
                  </a:lnTo>
                  <a:cubicBezTo>
                    <a:pt x="39716" y="126452"/>
                    <a:pt x="13125" y="135172"/>
                    <a:pt x="0" y="135172"/>
                  </a:cubicBezTo>
                  <a:lnTo>
                    <a:pt x="0" y="135172"/>
                  </a:lnTo>
                  <a:lnTo>
                    <a:pt x="155989" y="135172"/>
                  </a:lnTo>
                  <a:lnTo>
                    <a:pt x="155989" y="0"/>
                  </a:lnTo>
                  <a:cubicBezTo>
                    <a:pt x="155989" y="0"/>
                    <a:pt x="137568" y="10021"/>
                    <a:pt x="144416" y="32024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45"/>
            <p:cNvSpPr/>
            <p:nvPr/>
          </p:nvSpPr>
          <p:spPr>
            <a:xfrm rot="308951">
              <a:off x="4736893" y="868725"/>
              <a:ext cx="3664166" cy="2975304"/>
            </a:xfrm>
            <a:custGeom>
              <a:avLst/>
              <a:gdLst/>
              <a:ahLst/>
              <a:cxnLst/>
              <a:rect l="l" t="t" r="r" b="b"/>
              <a:pathLst>
                <a:path w="131806" h="90303" extrusionOk="0">
                  <a:moveTo>
                    <a:pt x="4737" y="90001"/>
                  </a:moveTo>
                  <a:cubicBezTo>
                    <a:pt x="1354" y="84087"/>
                    <a:pt x="0" y="77094"/>
                    <a:pt x="602" y="70327"/>
                  </a:cubicBezTo>
                  <a:cubicBezTo>
                    <a:pt x="928" y="66768"/>
                    <a:pt x="1755" y="63184"/>
                    <a:pt x="3183" y="59926"/>
                  </a:cubicBezTo>
                  <a:cubicBezTo>
                    <a:pt x="4537" y="56843"/>
                    <a:pt x="6366" y="53986"/>
                    <a:pt x="6216" y="50502"/>
                  </a:cubicBezTo>
                  <a:cubicBezTo>
                    <a:pt x="6066" y="47069"/>
                    <a:pt x="4035" y="43635"/>
                    <a:pt x="5138" y="40377"/>
                  </a:cubicBezTo>
                  <a:cubicBezTo>
                    <a:pt x="7143" y="34337"/>
                    <a:pt x="16291" y="34212"/>
                    <a:pt x="21128" y="31881"/>
                  </a:cubicBezTo>
                  <a:cubicBezTo>
                    <a:pt x="28046" y="28573"/>
                    <a:pt x="29675" y="21931"/>
                    <a:pt x="33309" y="15866"/>
                  </a:cubicBezTo>
                  <a:cubicBezTo>
                    <a:pt x="36943" y="9826"/>
                    <a:pt x="42482" y="4838"/>
                    <a:pt x="49123" y="2407"/>
                  </a:cubicBezTo>
                  <a:cubicBezTo>
                    <a:pt x="55765" y="1"/>
                    <a:pt x="63459" y="302"/>
                    <a:pt x="69600" y="3760"/>
                  </a:cubicBezTo>
                  <a:cubicBezTo>
                    <a:pt x="72632" y="5465"/>
                    <a:pt x="74537" y="7545"/>
                    <a:pt x="76066" y="10653"/>
                  </a:cubicBezTo>
                  <a:cubicBezTo>
                    <a:pt x="77219" y="12983"/>
                    <a:pt x="78347" y="15490"/>
                    <a:pt x="80502" y="16943"/>
                  </a:cubicBezTo>
                  <a:cubicBezTo>
                    <a:pt x="83184" y="18748"/>
                    <a:pt x="86467" y="18222"/>
                    <a:pt x="89525" y="18472"/>
                  </a:cubicBezTo>
                  <a:cubicBezTo>
                    <a:pt x="96392" y="19049"/>
                    <a:pt x="103284" y="21480"/>
                    <a:pt x="108472" y="26116"/>
                  </a:cubicBezTo>
                  <a:cubicBezTo>
                    <a:pt x="110953" y="28372"/>
                    <a:pt x="112983" y="31129"/>
                    <a:pt x="114312" y="34212"/>
                  </a:cubicBezTo>
                  <a:cubicBezTo>
                    <a:pt x="115640" y="37269"/>
                    <a:pt x="116292" y="40703"/>
                    <a:pt x="118272" y="43410"/>
                  </a:cubicBezTo>
                  <a:cubicBezTo>
                    <a:pt x="120202" y="46041"/>
                    <a:pt x="123234" y="47620"/>
                    <a:pt x="125039" y="50352"/>
                  </a:cubicBezTo>
                  <a:cubicBezTo>
                    <a:pt x="127395" y="53886"/>
                    <a:pt x="125415" y="57771"/>
                    <a:pt x="125941" y="61630"/>
                  </a:cubicBezTo>
                  <a:cubicBezTo>
                    <a:pt x="126768" y="67746"/>
                    <a:pt x="131806" y="76342"/>
                    <a:pt x="127420" y="82182"/>
                  </a:cubicBezTo>
                  <a:cubicBezTo>
                    <a:pt x="125665" y="84538"/>
                    <a:pt x="123109" y="84312"/>
                    <a:pt x="120427" y="84287"/>
                  </a:cubicBezTo>
                  <a:cubicBezTo>
                    <a:pt x="116943" y="84287"/>
                    <a:pt x="113159" y="84011"/>
                    <a:pt x="109826" y="82959"/>
                  </a:cubicBezTo>
                  <a:cubicBezTo>
                    <a:pt x="106943" y="82031"/>
                    <a:pt x="104161" y="80879"/>
                    <a:pt x="101129" y="80753"/>
                  </a:cubicBezTo>
                  <a:cubicBezTo>
                    <a:pt x="98898" y="80653"/>
                    <a:pt x="96642" y="80478"/>
                    <a:pt x="94412" y="80453"/>
                  </a:cubicBezTo>
                  <a:cubicBezTo>
                    <a:pt x="92983" y="80427"/>
                    <a:pt x="91480" y="80854"/>
                    <a:pt x="90026" y="81004"/>
                  </a:cubicBezTo>
                  <a:lnTo>
                    <a:pt x="80903" y="81956"/>
                  </a:lnTo>
                  <a:cubicBezTo>
                    <a:pt x="74161" y="82683"/>
                    <a:pt x="67394" y="83385"/>
                    <a:pt x="60652" y="84112"/>
                  </a:cubicBezTo>
                  <a:cubicBezTo>
                    <a:pt x="47745" y="85465"/>
                    <a:pt x="34863" y="86818"/>
                    <a:pt x="21955" y="88197"/>
                  </a:cubicBezTo>
                  <a:cubicBezTo>
                    <a:pt x="17795" y="88623"/>
                    <a:pt x="13609" y="89074"/>
                    <a:pt x="9424" y="89525"/>
                  </a:cubicBezTo>
                  <a:cubicBezTo>
                    <a:pt x="9098" y="89550"/>
                    <a:pt x="4888" y="90302"/>
                    <a:pt x="4737" y="90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1" name="Google Shape;301;p45"/>
          <p:cNvSpPr txBox="1">
            <a:spLocks noGrp="1"/>
          </p:cNvSpPr>
          <p:nvPr>
            <p:ph type="ctrTitle"/>
          </p:nvPr>
        </p:nvSpPr>
        <p:spPr>
          <a:xfrm>
            <a:off x="719240" y="511067"/>
            <a:ext cx="3076800" cy="60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02" name="Google Shape;302;p45"/>
          <p:cNvSpPr txBox="1">
            <a:spLocks noGrp="1"/>
          </p:cNvSpPr>
          <p:nvPr>
            <p:ph type="subTitle" idx="1"/>
          </p:nvPr>
        </p:nvSpPr>
        <p:spPr>
          <a:xfrm>
            <a:off x="720000" y="1745055"/>
            <a:ext cx="2607600" cy="15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03" name="Google Shape;303;p45"/>
          <p:cNvSpPr txBox="1"/>
          <p:nvPr/>
        </p:nvSpPr>
        <p:spPr>
          <a:xfrm>
            <a:off x="720000" y="3210750"/>
            <a:ext cx="26463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CREDITS: This presentation template was created by </a:t>
            </a:r>
            <a:r>
              <a:rPr lang="en" sz="1200" b="1">
                <a:solidFill>
                  <a:schemeClr val="accent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including icons, infographics &amp; images by </a:t>
            </a:r>
            <a:r>
              <a:rPr lang="en" sz="1200" b="1">
                <a:solidFill>
                  <a:schemeClr val="accent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4_1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4_1_1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7"/>
          <p:cNvSpPr/>
          <p:nvPr/>
        </p:nvSpPr>
        <p:spPr>
          <a:xfrm rot="-308984" flipH="1">
            <a:off x="200619" y="1700306"/>
            <a:ext cx="8069112" cy="5528315"/>
          </a:xfrm>
          <a:custGeom>
            <a:avLst/>
            <a:gdLst/>
            <a:ahLst/>
            <a:cxnLst/>
            <a:rect l="l" t="t" r="r" b="b"/>
            <a:pathLst>
              <a:path w="131806" h="90303" extrusionOk="0">
                <a:moveTo>
                  <a:pt x="4737" y="90001"/>
                </a:moveTo>
                <a:cubicBezTo>
                  <a:pt x="1354" y="84087"/>
                  <a:pt x="0" y="77094"/>
                  <a:pt x="602" y="70327"/>
                </a:cubicBezTo>
                <a:cubicBezTo>
                  <a:pt x="928" y="66768"/>
                  <a:pt x="1755" y="63184"/>
                  <a:pt x="3183" y="59926"/>
                </a:cubicBezTo>
                <a:cubicBezTo>
                  <a:pt x="4537" y="56843"/>
                  <a:pt x="6366" y="53986"/>
                  <a:pt x="6216" y="50502"/>
                </a:cubicBezTo>
                <a:cubicBezTo>
                  <a:pt x="6066" y="47069"/>
                  <a:pt x="4035" y="43635"/>
                  <a:pt x="5138" y="40377"/>
                </a:cubicBezTo>
                <a:cubicBezTo>
                  <a:pt x="7143" y="34337"/>
                  <a:pt x="16291" y="34212"/>
                  <a:pt x="21128" y="31881"/>
                </a:cubicBezTo>
                <a:cubicBezTo>
                  <a:pt x="28046" y="28573"/>
                  <a:pt x="29675" y="21931"/>
                  <a:pt x="33309" y="15866"/>
                </a:cubicBezTo>
                <a:cubicBezTo>
                  <a:pt x="36943" y="9826"/>
                  <a:pt x="42482" y="4838"/>
                  <a:pt x="49123" y="2407"/>
                </a:cubicBezTo>
                <a:cubicBezTo>
                  <a:pt x="55765" y="1"/>
                  <a:pt x="63459" y="302"/>
                  <a:pt x="69600" y="3760"/>
                </a:cubicBezTo>
                <a:cubicBezTo>
                  <a:pt x="72632" y="5465"/>
                  <a:pt x="74537" y="7545"/>
                  <a:pt x="76066" y="10653"/>
                </a:cubicBezTo>
                <a:cubicBezTo>
                  <a:pt x="77219" y="12983"/>
                  <a:pt x="78347" y="15490"/>
                  <a:pt x="80502" y="16943"/>
                </a:cubicBezTo>
                <a:cubicBezTo>
                  <a:pt x="83184" y="18748"/>
                  <a:pt x="86467" y="18222"/>
                  <a:pt x="89525" y="18472"/>
                </a:cubicBezTo>
                <a:cubicBezTo>
                  <a:pt x="96392" y="19049"/>
                  <a:pt x="103284" y="21480"/>
                  <a:pt x="108472" y="26116"/>
                </a:cubicBezTo>
                <a:cubicBezTo>
                  <a:pt x="110953" y="28372"/>
                  <a:pt x="112983" y="31129"/>
                  <a:pt x="114312" y="34212"/>
                </a:cubicBezTo>
                <a:cubicBezTo>
                  <a:pt x="115640" y="37269"/>
                  <a:pt x="116292" y="40703"/>
                  <a:pt x="118272" y="43410"/>
                </a:cubicBezTo>
                <a:cubicBezTo>
                  <a:pt x="120202" y="46041"/>
                  <a:pt x="123234" y="47620"/>
                  <a:pt x="125039" y="50352"/>
                </a:cubicBezTo>
                <a:cubicBezTo>
                  <a:pt x="127395" y="53886"/>
                  <a:pt x="125415" y="57771"/>
                  <a:pt x="125941" y="61630"/>
                </a:cubicBezTo>
                <a:cubicBezTo>
                  <a:pt x="126768" y="67746"/>
                  <a:pt x="131806" y="76342"/>
                  <a:pt x="127420" y="82182"/>
                </a:cubicBezTo>
                <a:cubicBezTo>
                  <a:pt x="125665" y="84538"/>
                  <a:pt x="123109" y="84312"/>
                  <a:pt x="120427" y="84287"/>
                </a:cubicBezTo>
                <a:cubicBezTo>
                  <a:pt x="116943" y="84287"/>
                  <a:pt x="113159" y="84011"/>
                  <a:pt x="109826" y="82959"/>
                </a:cubicBezTo>
                <a:cubicBezTo>
                  <a:pt x="106943" y="82031"/>
                  <a:pt x="104161" y="80879"/>
                  <a:pt x="101129" y="80753"/>
                </a:cubicBezTo>
                <a:cubicBezTo>
                  <a:pt x="98898" y="80653"/>
                  <a:pt x="96642" y="80478"/>
                  <a:pt x="94412" y="80453"/>
                </a:cubicBezTo>
                <a:cubicBezTo>
                  <a:pt x="92983" y="80427"/>
                  <a:pt x="91480" y="80854"/>
                  <a:pt x="90026" y="81004"/>
                </a:cubicBezTo>
                <a:lnTo>
                  <a:pt x="80903" y="81956"/>
                </a:lnTo>
                <a:cubicBezTo>
                  <a:pt x="74161" y="82683"/>
                  <a:pt x="67394" y="83385"/>
                  <a:pt x="60652" y="84112"/>
                </a:cubicBezTo>
                <a:cubicBezTo>
                  <a:pt x="47745" y="85465"/>
                  <a:pt x="34863" y="86818"/>
                  <a:pt x="21955" y="88197"/>
                </a:cubicBezTo>
                <a:cubicBezTo>
                  <a:pt x="17795" y="88623"/>
                  <a:pt x="13609" y="89074"/>
                  <a:pt x="9424" y="89525"/>
                </a:cubicBezTo>
                <a:cubicBezTo>
                  <a:pt x="9098" y="89550"/>
                  <a:pt x="4888" y="90302"/>
                  <a:pt x="4737" y="9000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4_1_1_1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8"/>
          <p:cNvSpPr/>
          <p:nvPr/>
        </p:nvSpPr>
        <p:spPr>
          <a:xfrm rot="10800000" flipH="1">
            <a:off x="5926348" y="-161"/>
            <a:ext cx="3257067" cy="2788936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48"/>
          <p:cNvSpPr/>
          <p:nvPr/>
        </p:nvSpPr>
        <p:spPr>
          <a:xfrm flipH="1">
            <a:off x="-81743" y="1133075"/>
            <a:ext cx="3611465" cy="4010553"/>
          </a:xfrm>
          <a:custGeom>
            <a:avLst/>
            <a:gdLst/>
            <a:ahLst/>
            <a:cxnLst/>
            <a:rect l="l" t="t" r="r" b="b"/>
            <a:pathLst>
              <a:path w="157861" h="135172" extrusionOk="0">
                <a:moveTo>
                  <a:pt x="144416" y="32024"/>
                </a:moveTo>
                <a:cubicBezTo>
                  <a:pt x="149529" y="48436"/>
                  <a:pt x="157860" y="81258"/>
                  <a:pt x="121477" y="72699"/>
                </a:cubicBezTo>
                <a:lnTo>
                  <a:pt x="121477" y="72699"/>
                </a:lnTo>
                <a:cubicBezTo>
                  <a:pt x="84386" y="63980"/>
                  <a:pt x="66856" y="57292"/>
                  <a:pt x="69001" y="77287"/>
                </a:cubicBezTo>
                <a:lnTo>
                  <a:pt x="69001" y="77287"/>
                </a:lnTo>
                <a:cubicBezTo>
                  <a:pt x="71010" y="95958"/>
                  <a:pt x="57155" y="92580"/>
                  <a:pt x="46518" y="89795"/>
                </a:cubicBezTo>
                <a:lnTo>
                  <a:pt x="46518" y="89795"/>
                </a:lnTo>
                <a:cubicBezTo>
                  <a:pt x="38050" y="87581"/>
                  <a:pt x="23419" y="86531"/>
                  <a:pt x="20018" y="94451"/>
                </a:cubicBezTo>
                <a:lnTo>
                  <a:pt x="20018" y="94451"/>
                </a:lnTo>
                <a:cubicBezTo>
                  <a:pt x="18671" y="97533"/>
                  <a:pt x="19813" y="102052"/>
                  <a:pt x="25063" y="108489"/>
                </a:cubicBezTo>
                <a:lnTo>
                  <a:pt x="25063" y="108489"/>
                </a:lnTo>
                <a:cubicBezTo>
                  <a:pt x="39716" y="126452"/>
                  <a:pt x="13125" y="135172"/>
                  <a:pt x="0" y="135172"/>
                </a:cubicBezTo>
                <a:lnTo>
                  <a:pt x="0" y="135172"/>
                </a:lnTo>
                <a:lnTo>
                  <a:pt x="155989" y="135172"/>
                </a:lnTo>
                <a:lnTo>
                  <a:pt x="155989" y="0"/>
                </a:lnTo>
                <a:cubicBezTo>
                  <a:pt x="155989" y="0"/>
                  <a:pt x="137568" y="10021"/>
                  <a:pt x="144416" y="3202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verpass Black"/>
              <a:buNone/>
              <a:defRPr sz="30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verpass Black"/>
              <a:buNone/>
              <a:defRPr sz="28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verpass Black"/>
              <a:buNone/>
              <a:defRPr sz="28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verpass Black"/>
              <a:buNone/>
              <a:defRPr sz="28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verpass Black"/>
              <a:buNone/>
              <a:defRPr sz="28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verpass Black"/>
              <a:buNone/>
              <a:defRPr sz="28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verpass Black"/>
              <a:buNone/>
              <a:defRPr sz="28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verpass Black"/>
              <a:buNone/>
              <a:defRPr sz="28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verpass Black"/>
              <a:buNone/>
              <a:defRPr sz="2800">
                <a:solidFill>
                  <a:schemeClr val="dk1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772050"/>
            <a:ext cx="7704000" cy="27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●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○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■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●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○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■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●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○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Source Sans Pro"/>
              <a:buChar char="■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9"/>
          <p:cNvSpPr txBox="1">
            <a:spLocks noGrp="1"/>
          </p:cNvSpPr>
          <p:nvPr>
            <p:ph type="ctrTitle"/>
          </p:nvPr>
        </p:nvSpPr>
        <p:spPr>
          <a:xfrm>
            <a:off x="430741" y="1371397"/>
            <a:ext cx="8035718" cy="1486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Чат приложение с использованием </a:t>
            </a:r>
            <a:r>
              <a:rPr lang="en-US" dirty="0"/>
              <a:t>Socket</a:t>
            </a:r>
            <a:endParaRPr lang="en-US" dirty="0">
              <a:solidFill>
                <a:schemeClr val="accen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315" name="Google Shape;315;p49"/>
          <p:cNvSpPr txBox="1">
            <a:spLocks noGrp="1"/>
          </p:cNvSpPr>
          <p:nvPr>
            <p:ph type="subTitle" idx="1"/>
          </p:nvPr>
        </p:nvSpPr>
        <p:spPr>
          <a:xfrm>
            <a:off x="430741" y="3867643"/>
            <a:ext cx="2035385" cy="5374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Михайлов Богдан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ЦЕЛИ </a:t>
            </a:r>
            <a:r>
              <a:rPr lang="en" dirty="0">
                <a:solidFill>
                  <a:schemeClr val="accent1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И ЗАДАЧИ</a:t>
            </a:r>
            <a:endParaRPr dirty="0">
              <a:solidFill>
                <a:schemeClr val="accent1"/>
              </a:solidFill>
              <a:latin typeface="Overpass SemiBold"/>
              <a:ea typeface="Overpass SemiBold"/>
              <a:cs typeface="Overpass SemiBold"/>
              <a:sym typeface="Overpass SemiBold"/>
            </a:endParaRPr>
          </a:p>
        </p:txBody>
      </p:sp>
      <p:sp>
        <p:nvSpPr>
          <p:cNvPr id="504" name="Google Shape;504;p50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Цел</a:t>
            </a:r>
            <a:r>
              <a:rPr lang="ru-RU" sz="1400" b="1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ь</a:t>
            </a:r>
            <a:r>
              <a:rPr lang="en" sz="1400" b="1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:</a:t>
            </a:r>
            <a:endParaRPr lang="ru-RU" sz="1400" b="1" dirty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Создать чат-приложение для общения как в общем чате, так и в личном</a:t>
            </a:r>
            <a:endParaRPr sz="1400" dirty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Задачи:</a:t>
            </a:r>
            <a:endParaRPr sz="1400" b="1" dirty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AutoNum type="arabicPeriod"/>
            </a:pPr>
            <a:r>
              <a:rPr lang="ru-RU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Реализовать сервер с поддержкой многопользовательских подключений.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AutoNum type="arabicPeriod"/>
            </a:pPr>
            <a:r>
              <a:rPr lang="ru-RU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Создать </a:t>
            </a:r>
            <a:r>
              <a:rPr lang="en-US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GUI-</a:t>
            </a:r>
            <a:r>
              <a:rPr lang="ru-RU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клиент с авторизацией.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AutoNum type="arabicPeriod"/>
            </a:pPr>
            <a:r>
              <a:rPr lang="ru-RU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Реализовать обмен сообщениями (общими и приватными).</a:t>
            </a: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AutoNum type="arabicPeriod"/>
            </a:pPr>
            <a:r>
              <a:rPr lang="ru-RU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Подключить базу данных для хранения истории и пользователей</a:t>
            </a:r>
          </a:p>
          <a:p>
            <a:pPr marL="457200" lvl="0" indent="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endParaRPr b="1" dirty="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Архитектура </a:t>
            </a:r>
            <a:r>
              <a:rPr lang="en" dirty="0">
                <a:solidFill>
                  <a:schemeClr val="accent3"/>
                </a:solidFill>
              </a:rPr>
              <a:t>проекта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10" name="Google Shape;510;p5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78593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Три</a:t>
            </a:r>
            <a:r>
              <a:rPr lang="en" sz="1400" b="1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ключевых модуля:</a:t>
            </a:r>
            <a:endParaRPr sz="1400" b="1" dirty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en-US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Server.py </a:t>
            </a:r>
            <a:r>
              <a:rPr lang="ru-RU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–</a:t>
            </a:r>
            <a:r>
              <a:rPr lang="en-US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ru-RU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сервер</a:t>
            </a:r>
            <a:r>
              <a:rPr lang="en-US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, </a:t>
            </a:r>
            <a:r>
              <a:rPr lang="ru-RU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который: </a:t>
            </a:r>
            <a:endParaRPr lang="en-US" sz="1400" dirty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953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AutoNum type="arabicPeriod"/>
            </a:pPr>
            <a:r>
              <a:rPr lang="ru-RU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Обрабатывает подключения </a:t>
            </a:r>
            <a:endParaRPr lang="en-US" sz="1400" dirty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953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AutoNum type="arabicPeriod"/>
            </a:pPr>
            <a:r>
              <a:rPr lang="ru-RU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Передаёт сообщения </a:t>
            </a:r>
            <a:endParaRPr lang="en-US" sz="1400" dirty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953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AutoNum type="arabicPeriod"/>
            </a:pPr>
            <a:r>
              <a:rPr lang="ru-RU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Работает с БД</a:t>
            </a:r>
            <a:r>
              <a:rPr lang="en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.</a:t>
            </a:r>
            <a:endParaRPr sz="1400" dirty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en-US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Client.py</a:t>
            </a:r>
            <a:r>
              <a:rPr lang="en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ru-RU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– </a:t>
            </a:r>
            <a:r>
              <a:rPr lang="en-US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GUI </a:t>
            </a:r>
            <a:r>
              <a:rPr lang="ru-RU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клиент(</a:t>
            </a:r>
            <a:r>
              <a:rPr lang="en-US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Tkinter)</a:t>
            </a:r>
            <a:r>
              <a:rPr lang="en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.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r>
              <a:rPr lang="en-US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Database.py - SQLite </a:t>
            </a:r>
            <a:r>
              <a:rPr lang="ru-RU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база (история + пользователи)</a:t>
            </a:r>
            <a:r>
              <a:rPr lang="en-US" sz="14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.</a:t>
            </a:r>
            <a:endParaRPr lang="ru-RU" sz="1400" dirty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Roboto"/>
              <a:buChar char="●"/>
            </a:pPr>
            <a:endParaRPr sz="1400" b="1" dirty="0">
              <a:solidFill>
                <a:schemeClr val="accent5">
                  <a:lumMod val="10000"/>
                </a:schemeClr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2"/>
          <p:cNvSpPr txBox="1">
            <a:spLocks noGrp="1"/>
          </p:cNvSpPr>
          <p:nvPr>
            <p:ph type="title"/>
          </p:nvPr>
        </p:nvSpPr>
        <p:spPr>
          <a:xfrm>
            <a:off x="690957" y="609081"/>
            <a:ext cx="48141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Основной функционал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CBE2B0-040E-4315-B5ED-D62826069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957" y="1793463"/>
            <a:ext cx="481416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 Общение в общем и личном чате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 Регистрация пользователей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 Сохранение истории сообщений в общем чате</a:t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accent5">
                  <a:lumMod val="1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 dirty="0">
                <a:solidFill>
                  <a:schemeClr val="accent5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Отображение активных пользователей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3"/>
          <p:cNvSpPr txBox="1">
            <a:spLocks noGrp="1"/>
          </p:cNvSpPr>
          <p:nvPr>
            <p:ph type="title"/>
          </p:nvPr>
        </p:nvSpPr>
        <p:spPr>
          <a:xfrm>
            <a:off x="719999" y="288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Интерфейс клиента</a:t>
            </a: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3E0F8D-B02A-496C-B55A-48379738F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168" y="1111473"/>
            <a:ext cx="4295662" cy="33833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3"/>
          <p:cNvSpPr txBox="1">
            <a:spLocks noGrp="1"/>
          </p:cNvSpPr>
          <p:nvPr>
            <p:ph type="title"/>
          </p:nvPr>
        </p:nvSpPr>
        <p:spPr>
          <a:xfrm>
            <a:off x="719999" y="288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Интерфейс клиента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8E369D-9292-47B4-805E-B9F830E04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473" y="1122121"/>
            <a:ext cx="4323052" cy="337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27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3"/>
          <p:cNvSpPr txBox="1">
            <a:spLocks noGrp="1"/>
          </p:cNvSpPr>
          <p:nvPr>
            <p:ph type="title"/>
          </p:nvPr>
        </p:nvSpPr>
        <p:spPr>
          <a:xfrm>
            <a:off x="719999" y="288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Интерфейс клиента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152005B-59B7-4532-BB14-00BA71311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568" y="1109106"/>
            <a:ext cx="4318861" cy="336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536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A130829-82A9-4BE3-8E8E-5156FE3E6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19860"/>
            <a:ext cx="7704000" cy="572700"/>
          </a:xfrm>
        </p:spPr>
        <p:txBody>
          <a:bodyPr/>
          <a:lstStyle/>
          <a:p>
            <a:r>
              <a:rPr lang="ru-RU" dirty="0"/>
              <a:t>Тестирование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EC54762-CE17-4619-9FEC-63C27BFF1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497" y="1119866"/>
            <a:ext cx="3801005" cy="13717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10EA00-B8B1-401B-9AEE-7C0C0CDDD76B}"/>
              </a:ext>
            </a:extLst>
          </p:cNvPr>
          <p:cNvSpPr txBox="1"/>
          <p:nvPr/>
        </p:nvSpPr>
        <p:spPr>
          <a:xfrm>
            <a:off x="2671497" y="2803270"/>
            <a:ext cx="3801005" cy="1021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1. Проверяет регистрацию и вход 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2. Проверяет, запускается ли сервер 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3. Проверяет подключение к серверу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</a:t>
            </a:r>
            <a:r>
              <a:rPr lang="en">
                <a:solidFill>
                  <a:schemeClr val="accent1"/>
                </a:solidFill>
              </a:rPr>
              <a:t>проекта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1DB517-7F99-40D9-A3CC-2BEA50F42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321" y="1348238"/>
            <a:ext cx="3121141" cy="31211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ublic Consulting XL by Slidesgo">
  <a:themeElements>
    <a:clrScheme name="Simple Light">
      <a:dk1>
        <a:srgbClr val="878CF0"/>
      </a:dk1>
      <a:lt1>
        <a:srgbClr val="E7E2F2"/>
      </a:lt1>
      <a:dk2>
        <a:srgbClr val="20124D"/>
      </a:dk2>
      <a:lt2>
        <a:srgbClr val="F6F2FF"/>
      </a:lt2>
      <a:accent1>
        <a:srgbClr val="D66565"/>
      </a:accent1>
      <a:accent2>
        <a:srgbClr val="FBD15B"/>
      </a:accent2>
      <a:accent3>
        <a:srgbClr val="56548C"/>
      </a:accent3>
      <a:accent4>
        <a:srgbClr val="67659C"/>
      </a:accent4>
      <a:accent5>
        <a:srgbClr val="B1B2F3"/>
      </a:accent5>
      <a:accent6>
        <a:srgbClr val="FFC8AF"/>
      </a:accent6>
      <a:hlink>
        <a:srgbClr val="2012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159</Words>
  <Application>Microsoft Office PowerPoint</Application>
  <PresentationFormat>Экран (16:9)</PresentationFormat>
  <Paragraphs>31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8" baseType="lpstr">
      <vt:lpstr>Arial</vt:lpstr>
      <vt:lpstr>Overpass</vt:lpstr>
      <vt:lpstr>Roboto</vt:lpstr>
      <vt:lpstr>Times New Roman</vt:lpstr>
      <vt:lpstr>Overpass SemiBold</vt:lpstr>
      <vt:lpstr>Overpass ExtraBold</vt:lpstr>
      <vt:lpstr>Source Sans Pro</vt:lpstr>
      <vt:lpstr>Overpass Black</vt:lpstr>
      <vt:lpstr>Public Consulting XL by Slidesgo</vt:lpstr>
      <vt:lpstr>Чат приложение с использованием Socket</vt:lpstr>
      <vt:lpstr>ЦЕЛИ И ЗАДАЧИ</vt:lpstr>
      <vt:lpstr>Архитектура проекта</vt:lpstr>
      <vt:lpstr>Основной функционал</vt:lpstr>
      <vt:lpstr>Интерфейс клиента</vt:lpstr>
      <vt:lpstr>Интерфейс клиента</vt:lpstr>
      <vt:lpstr>Интерфейс клиента</vt:lpstr>
      <vt:lpstr>Тестирование</vt:lpstr>
      <vt:lpstr>Github проекта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MVP B1</dc:title>
  <dc:creator>studentcoll</dc:creator>
  <cp:lastModifiedBy>studentcoll</cp:lastModifiedBy>
  <cp:revision>7</cp:revision>
  <dcterms:modified xsi:type="dcterms:W3CDTF">2025-06-23T10:46:03Z</dcterms:modified>
</cp:coreProperties>
</file>